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1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8BA77C-9D44-78D6-06D8-149CB598161B}" v="1" dt="2025-12-15T21:43:04.150"/>
    <p1510:client id="{23D853BD-B2DB-F476-3C8C-83F1669E7B51}" v="260" dt="2025-12-16T05:14:28.941"/>
    <p1510:client id="{60E714B6-1BF5-9D57-D7CC-DEDFA7BE79DC}" v="24" dt="2025-12-16T00:20:48.525"/>
    <p1510:client id="{ADB5F8D3-4610-4EB6-A792-3FE88AEECF4D}" v="508" dt="2025-12-16T00:31:08.257"/>
    <p1510:client id="{CA9C8975-E0F4-F935-2690-B39600AA7B77}" v="2" dt="2025-12-15T23:09:20.4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60E714B6-1BF5-9D57-D7CC-DEDFA7BE79DC}"/>
    <pc:docChg chg="modSld">
      <pc:chgData name="Guest User" userId="" providerId="Windows Live" clId="Web-{60E714B6-1BF5-9D57-D7CC-DEDFA7BE79DC}" dt="2025-12-16T00:20:28.775" v="7"/>
      <pc:docMkLst>
        <pc:docMk/>
      </pc:docMkLst>
      <pc:sldChg chg="modSp">
        <pc:chgData name="Guest User" userId="" providerId="Windows Live" clId="Web-{60E714B6-1BF5-9D57-D7CC-DEDFA7BE79DC}" dt="2025-12-16T00:20:28.775" v="7"/>
        <pc:sldMkLst>
          <pc:docMk/>
          <pc:sldMk cId="3023979458" sldId="257"/>
        </pc:sldMkLst>
        <pc:graphicFrameChg chg="mod modGraphic">
          <ac:chgData name="Guest User" userId="" providerId="Windows Live" clId="Web-{60E714B6-1BF5-9D57-D7CC-DEDFA7BE79DC}" dt="2025-12-16T00:20:28.775" v="7"/>
          <ac:graphicFrameMkLst>
            <pc:docMk/>
            <pc:sldMk cId="3023979458" sldId="257"/>
            <ac:graphicFrameMk id="8" creationId="{4132459E-4263-AA56-8F20-A7BB0D2AB420}"/>
          </ac:graphicFrameMkLst>
        </pc:graphicFrameChg>
      </pc:sldChg>
    </pc:docChg>
  </pc:docChgLst>
  <pc:docChgLst>
    <pc:chgData name="Harris Waseem" userId="1c3918ed1592fe34" providerId="LiveId" clId="{60C24464-E809-494C-83B5-2FB4A6E92FD3}"/>
    <pc:docChg chg="undo redo custSel addSld delSld modSld addMainMaster delMainMaster modMainMaster">
      <pc:chgData name="Harris Waseem" userId="1c3918ed1592fe34" providerId="LiveId" clId="{60C24464-E809-494C-83B5-2FB4A6E92FD3}" dt="2025-12-16T00:31:08.257" v="1117" actId="20577"/>
      <pc:docMkLst>
        <pc:docMk/>
      </pc:docMkLst>
      <pc:sldChg chg="addSp modSp mod setBg">
        <pc:chgData name="Harris Waseem" userId="1c3918ed1592fe34" providerId="LiveId" clId="{60C24464-E809-494C-83B5-2FB4A6E92FD3}" dt="2025-12-15T01:19:03.826" v="62" actId="26606"/>
        <pc:sldMkLst>
          <pc:docMk/>
          <pc:sldMk cId="2750729278" sldId="256"/>
        </pc:sldMkLst>
        <pc:spChg chg="mod">
          <ac:chgData name="Harris Waseem" userId="1c3918ed1592fe34" providerId="LiveId" clId="{60C24464-E809-494C-83B5-2FB4A6E92FD3}" dt="2025-12-15T01:19:03.826" v="62" actId="26606"/>
          <ac:spMkLst>
            <pc:docMk/>
            <pc:sldMk cId="2750729278" sldId="256"/>
            <ac:spMk id="2" creationId="{66A8D695-4833-69CC-8DB9-9578BC1139B1}"/>
          </ac:spMkLst>
        </pc:spChg>
        <pc:spChg chg="mod">
          <ac:chgData name="Harris Waseem" userId="1c3918ed1592fe34" providerId="LiveId" clId="{60C24464-E809-494C-83B5-2FB4A6E92FD3}" dt="2025-12-15T01:19:03.826" v="62" actId="26606"/>
          <ac:spMkLst>
            <pc:docMk/>
            <pc:sldMk cId="2750729278" sldId="256"/>
            <ac:spMk id="3" creationId="{B63694AF-7638-0C74-CB23-C19B5FA4F542}"/>
          </ac:spMkLst>
        </pc:spChg>
        <pc:spChg chg="add">
          <ac:chgData name="Harris Waseem" userId="1c3918ed1592fe34" providerId="LiveId" clId="{60C24464-E809-494C-83B5-2FB4A6E92FD3}" dt="2025-12-15T01:19:03.826" v="62" actId="26606"/>
          <ac:spMkLst>
            <pc:docMk/>
            <pc:sldMk cId="2750729278" sldId="256"/>
            <ac:spMk id="8" creationId="{6F5A5072-7B47-4D32-B52A-4EBBF590B8A5}"/>
          </ac:spMkLst>
        </pc:spChg>
        <pc:spChg chg="add">
          <ac:chgData name="Harris Waseem" userId="1c3918ed1592fe34" providerId="LiveId" clId="{60C24464-E809-494C-83B5-2FB4A6E92FD3}" dt="2025-12-15T01:19:03.826" v="62" actId="26606"/>
          <ac:spMkLst>
            <pc:docMk/>
            <pc:sldMk cId="2750729278" sldId="256"/>
            <ac:spMk id="10" creationId="{9715DAF0-AE1B-46C9-8A6B-DB2AA05AB91D}"/>
          </ac:spMkLst>
        </pc:spChg>
        <pc:spChg chg="add">
          <ac:chgData name="Harris Waseem" userId="1c3918ed1592fe34" providerId="LiveId" clId="{60C24464-E809-494C-83B5-2FB4A6E92FD3}" dt="2025-12-15T01:19:03.826" v="62" actId="26606"/>
          <ac:spMkLst>
            <pc:docMk/>
            <pc:sldMk cId="2750729278" sldId="256"/>
            <ac:spMk id="12" creationId="{6016219D-510E-4184-9090-6D5578A87BD1}"/>
          </ac:spMkLst>
        </pc:spChg>
        <pc:spChg chg="add">
          <ac:chgData name="Harris Waseem" userId="1c3918ed1592fe34" providerId="LiveId" clId="{60C24464-E809-494C-83B5-2FB4A6E92FD3}" dt="2025-12-15T01:19:03.826" v="62" actId="26606"/>
          <ac:spMkLst>
            <pc:docMk/>
            <pc:sldMk cId="2750729278" sldId="256"/>
            <ac:spMk id="14" creationId="{AFF4A713-7B75-4B21-90D7-5AB19547C728}"/>
          </ac:spMkLst>
        </pc:spChg>
        <pc:spChg chg="add">
          <ac:chgData name="Harris Waseem" userId="1c3918ed1592fe34" providerId="LiveId" clId="{60C24464-E809-494C-83B5-2FB4A6E92FD3}" dt="2025-12-15T01:19:03.826" v="62" actId="26606"/>
          <ac:spMkLst>
            <pc:docMk/>
            <pc:sldMk cId="2750729278" sldId="256"/>
            <ac:spMk id="16" creationId="{DC631C0B-6DA6-4E57-8231-CE32B3434A7E}"/>
          </ac:spMkLst>
        </pc:spChg>
        <pc:spChg chg="add">
          <ac:chgData name="Harris Waseem" userId="1c3918ed1592fe34" providerId="LiveId" clId="{60C24464-E809-494C-83B5-2FB4A6E92FD3}" dt="2025-12-15T01:19:03.826" v="62" actId="26606"/>
          <ac:spMkLst>
            <pc:docMk/>
            <pc:sldMk cId="2750729278" sldId="256"/>
            <ac:spMk id="18" creationId="{C29501E6-A978-4A61-9689-9085AF97A53A}"/>
          </ac:spMkLst>
        </pc:spChg>
      </pc:sldChg>
      <pc:sldChg chg="new del">
        <pc:chgData name="Harris Waseem" userId="1c3918ed1592fe34" providerId="LiveId" clId="{60C24464-E809-494C-83B5-2FB4A6E92FD3}" dt="2025-12-15T01:18:37.542" v="50" actId="47"/>
        <pc:sldMkLst>
          <pc:docMk/>
          <pc:sldMk cId="2257814662" sldId="257"/>
        </pc:sldMkLst>
      </pc:sldChg>
      <pc:sldChg chg="addSp delSp modSp new mod setBg modClrScheme chgLayout">
        <pc:chgData name="Harris Waseem" userId="1c3918ed1592fe34" providerId="LiveId" clId="{60C24464-E809-494C-83B5-2FB4A6E92FD3}" dt="2025-12-16T00:31:08.257" v="1117" actId="20577"/>
        <pc:sldMkLst>
          <pc:docMk/>
          <pc:sldMk cId="3023979458" sldId="257"/>
        </pc:sldMkLst>
        <pc:spChg chg="mod">
          <ac:chgData name="Harris Waseem" userId="1c3918ed1592fe34" providerId="LiveId" clId="{60C24464-E809-494C-83B5-2FB4A6E92FD3}" dt="2025-12-15T23:10:37.636" v="662" actId="20577"/>
          <ac:spMkLst>
            <pc:docMk/>
            <pc:sldMk cId="3023979458" sldId="257"/>
            <ac:spMk id="2" creationId="{D1604D35-B20E-ACC7-FAF7-84926AA90C7F}"/>
          </ac:spMkLst>
        </pc:spChg>
        <pc:spChg chg="del">
          <ac:chgData name="Harris Waseem" userId="1c3918ed1592fe34" providerId="LiveId" clId="{60C24464-E809-494C-83B5-2FB4A6E92FD3}" dt="2025-12-15T22:33:27.012" v="91" actId="26606"/>
          <ac:spMkLst>
            <pc:docMk/>
            <pc:sldMk cId="3023979458" sldId="257"/>
            <ac:spMk id="3" creationId="{45DD8EF4-52E9-DC9F-647E-F40DDE7BE446}"/>
          </ac:spMkLst>
        </pc:spChg>
        <pc:spChg chg="add del mod">
          <ac:chgData name="Harris Waseem" userId="1c3918ed1592fe34" providerId="LiveId" clId="{60C24464-E809-494C-83B5-2FB4A6E92FD3}" dt="2025-12-15T22:36:48.649" v="187" actId="478"/>
          <ac:spMkLst>
            <pc:docMk/>
            <pc:sldMk cId="3023979458" sldId="257"/>
            <ac:spMk id="6" creationId="{629E7C2E-7EB9-0D1E-F5C2-D3997ECFFC04}"/>
          </ac:spMkLst>
        </pc:spChg>
        <pc:spChg chg="add mod">
          <ac:chgData name="Harris Waseem" userId="1c3918ed1592fe34" providerId="LiveId" clId="{60C24464-E809-494C-83B5-2FB4A6E92FD3}" dt="2025-12-15T22:49:02.776" v="618" actId="26606"/>
          <ac:spMkLst>
            <pc:docMk/>
            <pc:sldMk cId="3023979458" sldId="257"/>
            <ac:spMk id="10" creationId="{41480D8F-ABC4-702B-A74E-B4242881CB71}"/>
          </ac:spMkLst>
        </pc:spChg>
        <pc:spChg chg="add mod">
          <ac:chgData name="Harris Waseem" userId="1c3918ed1592fe34" providerId="LiveId" clId="{60C24464-E809-494C-83B5-2FB4A6E92FD3}" dt="2025-12-15T22:49:02.776" v="618" actId="26606"/>
          <ac:spMkLst>
            <pc:docMk/>
            <pc:sldMk cId="3023979458" sldId="257"/>
            <ac:spMk id="12" creationId="{0EFF1883-216E-AC89-63EC-FF4B24259B06}"/>
          </ac:spMkLst>
        </pc:spChg>
        <pc:spChg chg="add mod">
          <ac:chgData name="Harris Waseem" userId="1c3918ed1592fe34" providerId="LiveId" clId="{60C24464-E809-494C-83B5-2FB4A6E92FD3}" dt="2025-12-15T22:49:02.776" v="618" actId="26606"/>
          <ac:spMkLst>
            <pc:docMk/>
            <pc:sldMk cId="3023979458" sldId="257"/>
            <ac:spMk id="14" creationId="{0C265758-5612-00D4-2AF7-6CC4C51A8AEE}"/>
          </ac:spMkLst>
        </pc:spChg>
        <pc:spChg chg="add del mod">
          <ac:chgData name="Harris Waseem" userId="1c3918ed1592fe34" providerId="LiveId" clId="{60C24464-E809-494C-83B5-2FB4A6E92FD3}" dt="2025-12-15T22:44:48.040" v="586" actId="26606"/>
          <ac:spMkLst>
            <pc:docMk/>
            <pc:sldMk cId="3023979458" sldId="257"/>
            <ac:spMk id="16" creationId="{8D9A4115-68B0-43E8-276D-863CD0BE23C9}"/>
          </ac:spMkLst>
        </pc:spChg>
        <pc:spChg chg="add del mod">
          <ac:chgData name="Harris Waseem" userId="1c3918ed1592fe34" providerId="LiveId" clId="{60C24464-E809-494C-83B5-2FB4A6E92FD3}" dt="2025-12-15T22:44:52.199" v="588" actId="26606"/>
          <ac:spMkLst>
            <pc:docMk/>
            <pc:sldMk cId="3023979458" sldId="257"/>
            <ac:spMk id="17" creationId="{8D9A4115-68B0-43E8-276D-863CD0BE23C9}"/>
          </ac:spMkLst>
        </pc:spChg>
        <pc:spChg chg="add del mod">
          <ac:chgData name="Harris Waseem" userId="1c3918ed1592fe34" providerId="LiveId" clId="{60C24464-E809-494C-83B5-2FB4A6E92FD3}" dt="2025-12-15T22:44:42.572" v="584" actId="26606"/>
          <ac:spMkLst>
            <pc:docMk/>
            <pc:sldMk cId="3023979458" sldId="257"/>
            <ac:spMk id="19" creationId="{2D119FF8-3D40-4FA3-5840-E9DA8AC327E2}"/>
          </ac:spMkLst>
        </pc:spChg>
        <pc:graphicFrameChg chg="add del mod modGraphic">
          <ac:chgData name="Harris Waseem" userId="1c3918ed1592fe34" providerId="LiveId" clId="{60C24464-E809-494C-83B5-2FB4A6E92FD3}" dt="2025-12-15T22:36:45.133" v="186" actId="478"/>
          <ac:graphicFrameMkLst>
            <pc:docMk/>
            <pc:sldMk cId="3023979458" sldId="257"/>
            <ac:graphicFrameMk id="5" creationId="{45DD8EF4-52E9-DC9F-647E-F40DDE7BE446}"/>
          </ac:graphicFrameMkLst>
        </pc:graphicFrameChg>
        <pc:graphicFrameChg chg="add del mod">
          <ac:chgData name="Harris Waseem" userId="1c3918ed1592fe34" providerId="LiveId" clId="{60C24464-E809-494C-83B5-2FB4A6E92FD3}" dt="2025-12-15T22:37:14.733" v="189" actId="478"/>
          <ac:graphicFrameMkLst>
            <pc:docMk/>
            <pc:sldMk cId="3023979458" sldId="257"/>
            <ac:graphicFrameMk id="7" creationId="{D280D329-23DE-604B-0458-978837FCC596}"/>
          </ac:graphicFrameMkLst>
        </pc:graphicFrameChg>
        <pc:graphicFrameChg chg="add mod modGraphic">
          <ac:chgData name="Harris Waseem" userId="1c3918ed1592fe34" providerId="LiveId" clId="{60C24464-E809-494C-83B5-2FB4A6E92FD3}" dt="2025-12-16T00:31:08.257" v="1117" actId="20577"/>
          <ac:graphicFrameMkLst>
            <pc:docMk/>
            <pc:sldMk cId="3023979458" sldId="257"/>
            <ac:graphicFrameMk id="8" creationId="{4132459E-4263-AA56-8F20-A7BB0D2AB420}"/>
          </ac:graphicFrameMkLst>
        </pc:graphicFrameChg>
        <pc:graphicFrameChg chg="add mod">
          <ac:chgData name="Harris Waseem" userId="1c3918ed1592fe34" providerId="LiveId" clId="{60C24464-E809-494C-83B5-2FB4A6E92FD3}" dt="2025-12-15T22:46:33.013" v="601"/>
          <ac:graphicFrameMkLst>
            <pc:docMk/>
            <pc:sldMk cId="3023979458" sldId="257"/>
            <ac:graphicFrameMk id="9" creationId="{CAF07418-E0E1-3679-50B6-E891FB483380}"/>
          </ac:graphicFrameMkLst>
        </pc:graphicFrameChg>
      </pc:sldChg>
      <pc:sldChg chg="addSp delSp modSp new mod modClrScheme chgLayout">
        <pc:chgData name="Harris Waseem" userId="1c3918ed1592fe34" providerId="LiveId" clId="{60C24464-E809-494C-83B5-2FB4A6E92FD3}" dt="2025-12-15T23:14:39.009" v="706" actId="1076"/>
        <pc:sldMkLst>
          <pc:docMk/>
          <pc:sldMk cId="2108540057" sldId="258"/>
        </pc:sldMkLst>
        <pc:spChg chg="mod">
          <ac:chgData name="Harris Waseem" userId="1c3918ed1592fe34" providerId="LiveId" clId="{60C24464-E809-494C-83B5-2FB4A6E92FD3}" dt="2025-12-15T23:14:39.009" v="706" actId="1076"/>
          <ac:spMkLst>
            <pc:docMk/>
            <pc:sldMk cId="2108540057" sldId="258"/>
            <ac:spMk id="2" creationId="{1BF8A1F0-0C14-1ABC-0FF1-A5077CAA9872}"/>
          </ac:spMkLst>
        </pc:spChg>
        <pc:spChg chg="add del mod">
          <ac:chgData name="Harris Waseem" userId="1c3918ed1592fe34" providerId="LiveId" clId="{60C24464-E809-494C-83B5-2FB4A6E92FD3}" dt="2025-12-15T23:14:12.468" v="701" actId="26606"/>
          <ac:spMkLst>
            <pc:docMk/>
            <pc:sldMk cId="2108540057" sldId="258"/>
            <ac:spMk id="3" creationId="{F86F9B46-AA15-6AD2-762B-536E7B8C24E8}"/>
          </ac:spMkLst>
        </pc:spChg>
        <pc:spChg chg="add mod">
          <ac:chgData name="Harris Waseem" userId="1c3918ed1592fe34" providerId="LiveId" clId="{60C24464-E809-494C-83B5-2FB4A6E92FD3}" dt="2025-12-15T23:11:38.503" v="664"/>
          <ac:spMkLst>
            <pc:docMk/>
            <pc:sldMk cId="2108540057" sldId="258"/>
            <ac:spMk id="4" creationId="{D1CFD572-4056-669A-0043-789AF7D63933}"/>
          </ac:spMkLst>
        </pc:spChg>
        <pc:spChg chg="add mod">
          <ac:chgData name="Harris Waseem" userId="1c3918ed1592fe34" providerId="LiveId" clId="{60C24464-E809-494C-83B5-2FB4A6E92FD3}" dt="2025-12-15T23:11:57.954" v="668"/>
          <ac:spMkLst>
            <pc:docMk/>
            <pc:sldMk cId="2108540057" sldId="258"/>
            <ac:spMk id="5" creationId="{F2C6648D-3A2B-100A-85B8-8056C4434DEC}"/>
          </ac:spMkLst>
        </pc:spChg>
        <pc:spChg chg="add del mod">
          <ac:chgData name="Harris Waseem" userId="1c3918ed1592fe34" providerId="LiveId" clId="{60C24464-E809-494C-83B5-2FB4A6E92FD3}" dt="2025-12-15T23:14:16.694" v="702" actId="478"/>
          <ac:spMkLst>
            <pc:docMk/>
            <pc:sldMk cId="2108540057" sldId="258"/>
            <ac:spMk id="9" creationId="{A5ED7161-843E-B05F-3178-08B97E792714}"/>
          </ac:spMkLst>
        </pc:spChg>
        <pc:spChg chg="add mod">
          <ac:chgData name="Harris Waseem" userId="1c3918ed1592fe34" providerId="LiveId" clId="{60C24464-E809-494C-83B5-2FB4A6E92FD3}" dt="2025-12-15T23:14:12.468" v="701" actId="26606"/>
          <ac:spMkLst>
            <pc:docMk/>
            <pc:sldMk cId="2108540057" sldId="258"/>
            <ac:spMk id="11" creationId="{4C08AEC4-C987-9E21-F8C6-EC8AFA54F768}"/>
          </ac:spMkLst>
        </pc:spChg>
        <pc:spChg chg="add mod">
          <ac:chgData name="Harris Waseem" userId="1c3918ed1592fe34" providerId="LiveId" clId="{60C24464-E809-494C-83B5-2FB4A6E92FD3}" dt="2025-12-15T23:14:12.468" v="701" actId="26606"/>
          <ac:spMkLst>
            <pc:docMk/>
            <pc:sldMk cId="2108540057" sldId="258"/>
            <ac:spMk id="13" creationId="{8010614F-F131-D1D1-002D-4E6D6B9326D9}"/>
          </ac:spMkLst>
        </pc:spChg>
        <pc:spChg chg="add mod">
          <ac:chgData name="Harris Waseem" userId="1c3918ed1592fe34" providerId="LiveId" clId="{60C24464-E809-494C-83B5-2FB4A6E92FD3}" dt="2025-12-15T23:14:12.468" v="701" actId="26606"/>
          <ac:spMkLst>
            <pc:docMk/>
            <pc:sldMk cId="2108540057" sldId="258"/>
            <ac:spMk id="15" creationId="{7CA13114-C8E5-3444-E053-67FB394B9A43}"/>
          </ac:spMkLst>
        </pc:spChg>
        <pc:graphicFrameChg chg="add mod">
          <ac:chgData name="Harris Waseem" userId="1c3918ed1592fe34" providerId="LiveId" clId="{60C24464-E809-494C-83B5-2FB4A6E92FD3}" dt="2025-12-15T23:14:12.468" v="701" actId="26606"/>
          <ac:graphicFrameMkLst>
            <pc:docMk/>
            <pc:sldMk cId="2108540057" sldId="258"/>
            <ac:graphicFrameMk id="6" creationId="{8C8DAB5D-F2F2-A68E-453F-246C83876051}"/>
          </ac:graphicFrameMkLst>
        </pc:graphicFrameChg>
      </pc:sldChg>
      <pc:sldChg chg="addSp delSp modSp new mod modClrScheme chgLayout">
        <pc:chgData name="Harris Waseem" userId="1c3918ed1592fe34" providerId="LiveId" clId="{60C24464-E809-494C-83B5-2FB4A6E92FD3}" dt="2025-12-16T00:01:26.491" v="923" actId="14100"/>
        <pc:sldMkLst>
          <pc:docMk/>
          <pc:sldMk cId="4131849025" sldId="259"/>
        </pc:sldMkLst>
        <pc:spChg chg="mod">
          <ac:chgData name="Harris Waseem" userId="1c3918ed1592fe34" providerId="LiveId" clId="{60C24464-E809-494C-83B5-2FB4A6E92FD3}" dt="2025-12-15T23:14:52.854" v="707" actId="26606"/>
          <ac:spMkLst>
            <pc:docMk/>
            <pc:sldMk cId="4131849025" sldId="259"/>
            <ac:spMk id="2" creationId="{384F32E2-B709-0D0E-3DFC-061511BFC4E8}"/>
          </ac:spMkLst>
        </pc:spChg>
        <pc:spChg chg="add del mod">
          <ac:chgData name="Harris Waseem" userId="1c3918ed1592fe34" providerId="LiveId" clId="{60C24464-E809-494C-83B5-2FB4A6E92FD3}" dt="2025-12-15T23:14:52.854" v="707" actId="26606"/>
          <ac:spMkLst>
            <pc:docMk/>
            <pc:sldMk cId="4131849025" sldId="259"/>
            <ac:spMk id="3" creationId="{C67909FC-A0E2-FEF6-3316-5208B7AE78CD}"/>
          </ac:spMkLst>
        </pc:spChg>
        <pc:spChg chg="add mod">
          <ac:chgData name="Harris Waseem" userId="1c3918ed1592fe34" providerId="LiveId" clId="{60C24464-E809-494C-83B5-2FB4A6E92FD3}" dt="2025-12-15T23:12:24.331" v="675"/>
          <ac:spMkLst>
            <pc:docMk/>
            <pc:sldMk cId="4131849025" sldId="259"/>
            <ac:spMk id="4" creationId="{D8770F8A-71FD-D8A9-8079-6D1F1AC8EA28}"/>
          </ac:spMkLst>
        </pc:spChg>
        <pc:spChg chg="add mod">
          <ac:chgData name="Harris Waseem" userId="1c3918ed1592fe34" providerId="LiveId" clId="{60C24464-E809-494C-83B5-2FB4A6E92FD3}" dt="2025-12-15T23:14:52.854" v="707" actId="26606"/>
          <ac:spMkLst>
            <pc:docMk/>
            <pc:sldMk cId="4131849025" sldId="259"/>
            <ac:spMk id="9" creationId="{BF695AB3-BAD0-1473-3D76-073401CB5656}"/>
          </ac:spMkLst>
        </pc:spChg>
        <pc:spChg chg="add mod">
          <ac:chgData name="Harris Waseem" userId="1c3918ed1592fe34" providerId="LiveId" clId="{60C24464-E809-494C-83B5-2FB4A6E92FD3}" dt="2025-12-15T23:14:52.854" v="707" actId="26606"/>
          <ac:spMkLst>
            <pc:docMk/>
            <pc:sldMk cId="4131849025" sldId="259"/>
            <ac:spMk id="11" creationId="{0949877F-2429-E3FF-6F69-934F7C4A5DAC}"/>
          </ac:spMkLst>
        </pc:spChg>
        <pc:spChg chg="add mod">
          <ac:chgData name="Harris Waseem" userId="1c3918ed1592fe34" providerId="LiveId" clId="{60C24464-E809-494C-83B5-2FB4A6E92FD3}" dt="2025-12-15T23:14:52.854" v="707" actId="26606"/>
          <ac:spMkLst>
            <pc:docMk/>
            <pc:sldMk cId="4131849025" sldId="259"/>
            <ac:spMk id="13" creationId="{B5708E24-3370-9019-F6DD-E2AC64D159E5}"/>
          </ac:spMkLst>
        </pc:spChg>
        <pc:picChg chg="add mod modCrop">
          <ac:chgData name="Harris Waseem" userId="1c3918ed1592fe34" providerId="LiveId" clId="{60C24464-E809-494C-83B5-2FB4A6E92FD3}" dt="2025-12-16T00:01:26.491" v="923" actId="14100"/>
          <ac:picMkLst>
            <pc:docMk/>
            <pc:sldMk cId="4131849025" sldId="259"/>
            <ac:picMk id="5" creationId="{5C9714F7-6957-DC6E-A78C-5E82FC080E13}"/>
          </ac:picMkLst>
        </pc:picChg>
      </pc:sldChg>
      <pc:sldChg chg="addSp delSp modSp new mod">
        <pc:chgData name="Harris Waseem" userId="1c3918ed1592fe34" providerId="LiveId" clId="{60C24464-E809-494C-83B5-2FB4A6E92FD3}" dt="2025-12-15T23:18:50.267" v="772"/>
        <pc:sldMkLst>
          <pc:docMk/>
          <pc:sldMk cId="3112904363" sldId="260"/>
        </pc:sldMkLst>
        <pc:spChg chg="mod">
          <ac:chgData name="Harris Waseem" userId="1c3918ed1592fe34" providerId="LiveId" clId="{60C24464-E809-494C-83B5-2FB4A6E92FD3}" dt="2025-12-15T23:15:28.205" v="708" actId="26606"/>
          <ac:spMkLst>
            <pc:docMk/>
            <pc:sldMk cId="3112904363" sldId="260"/>
            <ac:spMk id="2" creationId="{ADF3D4D8-516F-ED54-0A16-FE83CF53209B}"/>
          </ac:spMkLst>
        </pc:spChg>
        <pc:spChg chg="del mod">
          <ac:chgData name="Harris Waseem" userId="1c3918ed1592fe34" providerId="LiveId" clId="{60C24464-E809-494C-83B5-2FB4A6E92FD3}" dt="2025-12-15T23:15:28.205" v="708" actId="26606"/>
          <ac:spMkLst>
            <pc:docMk/>
            <pc:sldMk cId="3112904363" sldId="260"/>
            <ac:spMk id="3" creationId="{2CE0FECF-8740-F4F3-C2FE-319B202A16B5}"/>
          </ac:spMkLst>
        </pc:spChg>
        <pc:spChg chg="mod">
          <ac:chgData name="Harris Waseem" userId="1c3918ed1592fe34" providerId="LiveId" clId="{60C24464-E809-494C-83B5-2FB4A6E92FD3}" dt="2025-12-15T23:17:03.288" v="717" actId="18245"/>
          <ac:spMkLst>
            <pc:docMk/>
            <pc:sldMk cId="3112904363" sldId="260"/>
            <ac:spMk id="6" creationId="{E30C65C5-AF7C-48DE-83DA-FC15380B78EB}"/>
          </ac:spMkLst>
        </pc:spChg>
        <pc:spChg chg="mod">
          <ac:chgData name="Harris Waseem" userId="1c3918ed1592fe34" providerId="LiveId" clId="{60C24464-E809-494C-83B5-2FB4A6E92FD3}" dt="2025-12-15T23:17:03.288" v="717" actId="18245"/>
          <ac:spMkLst>
            <pc:docMk/>
            <pc:sldMk cId="3112904363" sldId="260"/>
            <ac:spMk id="7" creationId="{25B4361D-C3E2-E3FA-9A77-52D8E6F871E1}"/>
          </ac:spMkLst>
        </pc:spChg>
        <pc:spChg chg="mod">
          <ac:chgData name="Harris Waseem" userId="1c3918ed1592fe34" providerId="LiveId" clId="{60C24464-E809-494C-83B5-2FB4A6E92FD3}" dt="2025-12-15T23:17:03.288" v="717" actId="18245"/>
          <ac:spMkLst>
            <pc:docMk/>
            <pc:sldMk cId="3112904363" sldId="260"/>
            <ac:spMk id="8" creationId="{4B8ED39B-06A9-2772-57BE-E9708CA9A2D6}"/>
          </ac:spMkLst>
        </pc:spChg>
        <pc:spChg chg="add mod">
          <ac:chgData name="Harris Waseem" userId="1c3918ed1592fe34" providerId="LiveId" clId="{60C24464-E809-494C-83B5-2FB4A6E92FD3}" dt="2025-12-15T23:17:18.893" v="718" actId="26606"/>
          <ac:spMkLst>
            <pc:docMk/>
            <pc:sldMk cId="3112904363" sldId="260"/>
            <ac:spMk id="9" creationId="{D9148182-FCD9-ECDC-6A87-609400223832}"/>
          </ac:spMkLst>
        </pc:spChg>
        <pc:spChg chg="mod">
          <ac:chgData name="Harris Waseem" userId="1c3918ed1592fe34" providerId="LiveId" clId="{60C24464-E809-494C-83B5-2FB4A6E92FD3}" dt="2025-12-15T23:17:03.288" v="717" actId="18245"/>
          <ac:spMkLst>
            <pc:docMk/>
            <pc:sldMk cId="3112904363" sldId="260"/>
            <ac:spMk id="10" creationId="{6BA6DFA6-08A2-C6E5-2F9B-1A1E2389B389}"/>
          </ac:spMkLst>
        </pc:spChg>
        <pc:spChg chg="add mod">
          <ac:chgData name="Harris Waseem" userId="1c3918ed1592fe34" providerId="LiveId" clId="{60C24464-E809-494C-83B5-2FB4A6E92FD3}" dt="2025-12-15T23:17:18.893" v="718" actId="26606"/>
          <ac:spMkLst>
            <pc:docMk/>
            <pc:sldMk cId="3112904363" sldId="260"/>
            <ac:spMk id="11" creationId="{37CA804D-B8D9-B5B6-3B85-50DF449748FA}"/>
          </ac:spMkLst>
        </pc:spChg>
        <pc:spChg chg="mod">
          <ac:chgData name="Harris Waseem" userId="1c3918ed1592fe34" providerId="LiveId" clId="{60C24464-E809-494C-83B5-2FB4A6E92FD3}" dt="2025-12-15T23:17:03.288" v="717" actId="18245"/>
          <ac:spMkLst>
            <pc:docMk/>
            <pc:sldMk cId="3112904363" sldId="260"/>
            <ac:spMk id="12" creationId="{26E49B89-278E-DD0E-1EE7-8E4E65B83CBF}"/>
          </ac:spMkLst>
        </pc:spChg>
        <pc:spChg chg="add mod">
          <ac:chgData name="Harris Waseem" userId="1c3918ed1592fe34" providerId="LiveId" clId="{60C24464-E809-494C-83B5-2FB4A6E92FD3}" dt="2025-12-15T23:17:18.893" v="718" actId="26606"/>
          <ac:spMkLst>
            <pc:docMk/>
            <pc:sldMk cId="3112904363" sldId="260"/>
            <ac:spMk id="13" creationId="{07497F5F-93F7-7972-33DB-4DDD938C9483}"/>
          </ac:spMkLst>
        </pc:spChg>
        <pc:spChg chg="mod">
          <ac:chgData name="Harris Waseem" userId="1c3918ed1592fe34" providerId="LiveId" clId="{60C24464-E809-494C-83B5-2FB4A6E92FD3}" dt="2025-12-15T23:17:03.288" v="717" actId="18245"/>
          <ac:spMkLst>
            <pc:docMk/>
            <pc:sldMk cId="3112904363" sldId="260"/>
            <ac:spMk id="14" creationId="{AB5728B0-70D2-D247-428D-1FDA6A056997}"/>
          </ac:spMkLst>
        </pc:spChg>
        <pc:spChg chg="mod">
          <ac:chgData name="Harris Waseem" userId="1c3918ed1592fe34" providerId="LiveId" clId="{60C24464-E809-494C-83B5-2FB4A6E92FD3}" dt="2025-12-15T23:17:00.854" v="716" actId="18245"/>
          <ac:spMkLst>
            <pc:docMk/>
            <pc:sldMk cId="3112904363" sldId="260"/>
            <ac:spMk id="15" creationId="{F4B24028-530B-F049-8DAE-775D5084F2CD}"/>
          </ac:spMkLst>
        </pc:spChg>
        <pc:spChg chg="mod">
          <ac:chgData name="Harris Waseem" userId="1c3918ed1592fe34" providerId="LiveId" clId="{60C24464-E809-494C-83B5-2FB4A6E92FD3}" dt="2025-12-15T23:17:03.288" v="717" actId="18245"/>
          <ac:spMkLst>
            <pc:docMk/>
            <pc:sldMk cId="3112904363" sldId="260"/>
            <ac:spMk id="16" creationId="{67FD83FB-7B42-0FAA-9B1D-1AD24370EF0B}"/>
          </ac:spMkLst>
        </pc:spChg>
        <pc:spChg chg="mod">
          <ac:chgData name="Harris Waseem" userId="1c3918ed1592fe34" providerId="LiveId" clId="{60C24464-E809-494C-83B5-2FB4A6E92FD3}" dt="2025-12-15T23:17:03.288" v="717" actId="18245"/>
          <ac:spMkLst>
            <pc:docMk/>
            <pc:sldMk cId="3112904363" sldId="260"/>
            <ac:spMk id="17" creationId="{A8B3AC76-8A6A-1E62-2621-502655910859}"/>
          </ac:spMkLst>
        </pc:spChg>
        <pc:spChg chg="mod">
          <ac:chgData name="Harris Waseem" userId="1c3918ed1592fe34" providerId="LiveId" clId="{60C24464-E809-494C-83B5-2FB4A6E92FD3}" dt="2025-12-15T23:17:03.288" v="717" actId="18245"/>
          <ac:spMkLst>
            <pc:docMk/>
            <pc:sldMk cId="3112904363" sldId="260"/>
            <ac:spMk id="18" creationId="{BFDA02FA-DABA-3A3D-5099-F0562481F9B1}"/>
          </ac:spMkLst>
        </pc:spChg>
        <pc:spChg chg="mod">
          <ac:chgData name="Harris Waseem" userId="1c3918ed1592fe34" providerId="LiveId" clId="{60C24464-E809-494C-83B5-2FB4A6E92FD3}" dt="2025-12-15T23:17:03.288" v="717" actId="18245"/>
          <ac:spMkLst>
            <pc:docMk/>
            <pc:sldMk cId="3112904363" sldId="260"/>
            <ac:spMk id="19" creationId="{F4D8BD37-9687-669A-AC52-E73D24EFFC6D}"/>
          </ac:spMkLst>
        </pc:spChg>
        <pc:spChg chg="mod">
          <ac:chgData name="Harris Waseem" userId="1c3918ed1592fe34" providerId="LiveId" clId="{60C24464-E809-494C-83B5-2FB4A6E92FD3}" dt="2025-12-15T23:17:00.854" v="716" actId="18245"/>
          <ac:spMkLst>
            <pc:docMk/>
            <pc:sldMk cId="3112904363" sldId="260"/>
            <ac:spMk id="20" creationId="{90E8426F-FA23-9612-B5EC-F9A2E02E6A35}"/>
          </ac:spMkLst>
        </pc:spChg>
        <pc:graphicFrameChg chg="add mod modGraphic">
          <ac:chgData name="Harris Waseem" userId="1c3918ed1592fe34" providerId="LiveId" clId="{60C24464-E809-494C-83B5-2FB4A6E92FD3}" dt="2025-12-15T23:18:50.267" v="772"/>
          <ac:graphicFrameMkLst>
            <pc:docMk/>
            <pc:sldMk cId="3112904363" sldId="260"/>
            <ac:graphicFrameMk id="5" creationId="{D2F63B4C-AF1C-B9A2-8EA7-FFFE26384492}"/>
          </ac:graphicFrameMkLst>
        </pc:graphicFrameChg>
      </pc:sldChg>
      <pc:sldChg chg="addSp delSp modSp new mod modClrScheme chgLayout">
        <pc:chgData name="Harris Waseem" userId="1c3918ed1592fe34" providerId="LiveId" clId="{60C24464-E809-494C-83B5-2FB4A6E92FD3}" dt="2025-12-15T23:23:24.031" v="844"/>
        <pc:sldMkLst>
          <pc:docMk/>
          <pc:sldMk cId="3390591029" sldId="261"/>
        </pc:sldMkLst>
        <pc:spChg chg="mod">
          <ac:chgData name="Harris Waseem" userId="1c3918ed1592fe34" providerId="LiveId" clId="{60C24464-E809-494C-83B5-2FB4A6E92FD3}" dt="2025-12-15T23:16:24.854" v="715" actId="1076"/>
          <ac:spMkLst>
            <pc:docMk/>
            <pc:sldMk cId="3390591029" sldId="261"/>
            <ac:spMk id="2" creationId="{71533C36-F95C-1D94-657D-617DF6DC990E}"/>
          </ac:spMkLst>
        </pc:spChg>
        <pc:spChg chg="add del mod">
          <ac:chgData name="Harris Waseem" userId="1c3918ed1592fe34" providerId="LiveId" clId="{60C24464-E809-494C-83B5-2FB4A6E92FD3}" dt="2025-12-15T23:16:04.712" v="711" actId="26606"/>
          <ac:spMkLst>
            <pc:docMk/>
            <pc:sldMk cId="3390591029" sldId="261"/>
            <ac:spMk id="3" creationId="{285822B5-F8CA-667B-60DF-CC24BA5ABCF5}"/>
          </ac:spMkLst>
        </pc:spChg>
        <pc:spChg chg="add del mod">
          <ac:chgData name="Harris Waseem" userId="1c3918ed1592fe34" providerId="LiveId" clId="{60C24464-E809-494C-83B5-2FB4A6E92FD3}" dt="2025-12-15T23:16:13.297" v="712" actId="478"/>
          <ac:spMkLst>
            <pc:docMk/>
            <pc:sldMk cId="3390591029" sldId="261"/>
            <ac:spMk id="6" creationId="{6891C626-4EF3-0369-1CDB-2FE3FF44A854}"/>
          </ac:spMkLst>
        </pc:spChg>
        <pc:spChg chg="add mod">
          <ac:chgData name="Harris Waseem" userId="1c3918ed1592fe34" providerId="LiveId" clId="{60C24464-E809-494C-83B5-2FB4A6E92FD3}" dt="2025-12-15T23:16:04.712" v="711" actId="26606"/>
          <ac:spMkLst>
            <pc:docMk/>
            <pc:sldMk cId="3390591029" sldId="261"/>
            <ac:spMk id="7" creationId="{1E0B42C4-31FC-9594-605A-EDA1D2434538}"/>
          </ac:spMkLst>
        </pc:spChg>
        <pc:spChg chg="add mod">
          <ac:chgData name="Harris Waseem" userId="1c3918ed1592fe34" providerId="LiveId" clId="{60C24464-E809-494C-83B5-2FB4A6E92FD3}" dt="2025-12-15T23:16:04.712" v="711" actId="26606"/>
          <ac:spMkLst>
            <pc:docMk/>
            <pc:sldMk cId="3390591029" sldId="261"/>
            <ac:spMk id="8" creationId="{67B9EA88-3134-C5CA-5BD2-F7A7658FD882}"/>
          </ac:spMkLst>
        </pc:spChg>
        <pc:spChg chg="add del mod">
          <ac:chgData name="Harris Waseem" userId="1c3918ed1592fe34" providerId="LiveId" clId="{60C24464-E809-494C-83B5-2FB4A6E92FD3}" dt="2025-12-15T23:16:03.738" v="710" actId="26606"/>
          <ac:spMkLst>
            <pc:docMk/>
            <pc:sldMk cId="3390591029" sldId="261"/>
            <ac:spMk id="9" creationId="{A343F2D8-362A-ED6C-78B2-E20C05D0312F}"/>
          </ac:spMkLst>
        </pc:spChg>
        <pc:spChg chg="add mod">
          <ac:chgData name="Harris Waseem" userId="1c3918ed1592fe34" providerId="LiveId" clId="{60C24464-E809-494C-83B5-2FB4A6E92FD3}" dt="2025-12-15T23:16:04.712" v="711" actId="26606"/>
          <ac:spMkLst>
            <pc:docMk/>
            <pc:sldMk cId="3390591029" sldId="261"/>
            <ac:spMk id="10" creationId="{1070ED30-CD85-E46E-7617-2D7A461DE13D}"/>
          </ac:spMkLst>
        </pc:spChg>
        <pc:spChg chg="add del mod">
          <ac:chgData name="Harris Waseem" userId="1c3918ed1592fe34" providerId="LiveId" clId="{60C24464-E809-494C-83B5-2FB4A6E92FD3}" dt="2025-12-15T23:16:03.738" v="710" actId="26606"/>
          <ac:spMkLst>
            <pc:docMk/>
            <pc:sldMk cId="3390591029" sldId="261"/>
            <ac:spMk id="11" creationId="{95F8115B-FD19-9244-8FA3-4AE8BAEABE77}"/>
          </ac:spMkLst>
        </pc:spChg>
        <pc:spChg chg="add del mod">
          <ac:chgData name="Harris Waseem" userId="1c3918ed1592fe34" providerId="LiveId" clId="{60C24464-E809-494C-83B5-2FB4A6E92FD3}" dt="2025-12-15T23:16:03.738" v="710" actId="26606"/>
          <ac:spMkLst>
            <pc:docMk/>
            <pc:sldMk cId="3390591029" sldId="261"/>
            <ac:spMk id="13" creationId="{1718F9A6-1BD9-F4A5-78DD-539ED70DDB68}"/>
          </ac:spMkLst>
        </pc:spChg>
        <pc:spChg chg="add del mod">
          <ac:chgData name="Harris Waseem" userId="1c3918ed1592fe34" providerId="LiveId" clId="{60C24464-E809-494C-83B5-2FB4A6E92FD3}" dt="2025-12-15T23:16:03.738" v="710" actId="26606"/>
          <ac:spMkLst>
            <pc:docMk/>
            <pc:sldMk cId="3390591029" sldId="261"/>
            <ac:spMk id="15" creationId="{D3829234-857A-C0BE-D246-2438015F1B74}"/>
          </ac:spMkLst>
        </pc:spChg>
        <pc:graphicFrameChg chg="add del mod">
          <ac:chgData name="Harris Waseem" userId="1c3918ed1592fe34" providerId="LiveId" clId="{60C24464-E809-494C-83B5-2FB4A6E92FD3}" dt="2025-12-15T23:16:03.738" v="710" actId="26606"/>
          <ac:graphicFrameMkLst>
            <pc:docMk/>
            <pc:sldMk cId="3390591029" sldId="261"/>
            <ac:graphicFrameMk id="5" creationId="{26B852C2-E5A0-7916-FA64-FC3608F63DA0}"/>
          </ac:graphicFrameMkLst>
        </pc:graphicFrameChg>
        <pc:graphicFrameChg chg="add mod">
          <ac:chgData name="Harris Waseem" userId="1c3918ed1592fe34" providerId="LiveId" clId="{60C24464-E809-494C-83B5-2FB4A6E92FD3}" dt="2025-12-15T23:23:24.031" v="844"/>
          <ac:graphicFrameMkLst>
            <pc:docMk/>
            <pc:sldMk cId="3390591029" sldId="261"/>
            <ac:graphicFrameMk id="12" creationId="{32954CCE-2FF4-7AB7-F531-CD44719F84DD}"/>
          </ac:graphicFrameMkLst>
        </pc:graphicFrameChg>
      </pc:sldChg>
      <pc:sldChg chg="addSp delSp modSp new mod">
        <pc:chgData name="Harris Waseem" userId="1c3918ed1592fe34" providerId="LiveId" clId="{60C24464-E809-494C-83B5-2FB4A6E92FD3}" dt="2025-12-15T23:31:24.228" v="860" actId="26606"/>
        <pc:sldMkLst>
          <pc:docMk/>
          <pc:sldMk cId="1392429951" sldId="262"/>
        </pc:sldMkLst>
        <pc:spChg chg="mod">
          <ac:chgData name="Harris Waseem" userId="1c3918ed1592fe34" providerId="LiveId" clId="{60C24464-E809-494C-83B5-2FB4A6E92FD3}" dt="2025-12-15T23:21:40.245" v="788" actId="26606"/>
          <ac:spMkLst>
            <pc:docMk/>
            <pc:sldMk cId="1392429951" sldId="262"/>
            <ac:spMk id="2" creationId="{00BC5265-A6E2-6423-1328-AB53EE0F25BB}"/>
          </ac:spMkLst>
        </pc:spChg>
        <pc:spChg chg="add del mod">
          <ac:chgData name="Harris Waseem" userId="1c3918ed1592fe34" providerId="LiveId" clId="{60C24464-E809-494C-83B5-2FB4A6E92FD3}" dt="2025-12-15T23:21:40.245" v="788" actId="26606"/>
          <ac:spMkLst>
            <pc:docMk/>
            <pc:sldMk cId="1392429951" sldId="262"/>
            <ac:spMk id="3" creationId="{493A5262-E52D-308B-3689-F68C639DB222}"/>
          </ac:spMkLst>
        </pc:spChg>
        <pc:spChg chg="add del mod">
          <ac:chgData name="Harris Waseem" userId="1c3918ed1592fe34" providerId="LiveId" clId="{60C24464-E809-494C-83B5-2FB4A6E92FD3}" dt="2025-12-15T23:21:40.948" v="789" actId="26606"/>
          <ac:spMkLst>
            <pc:docMk/>
            <pc:sldMk cId="1392429951" sldId="262"/>
            <ac:spMk id="9" creationId="{52E89FEE-867A-4E0F-07D8-9B6C7E0E9506}"/>
          </ac:spMkLst>
        </pc:spChg>
        <pc:spChg chg="add del mod">
          <ac:chgData name="Harris Waseem" userId="1c3918ed1592fe34" providerId="LiveId" clId="{60C24464-E809-494C-83B5-2FB4A6E92FD3}" dt="2025-12-15T23:21:40.948" v="789" actId="26606"/>
          <ac:spMkLst>
            <pc:docMk/>
            <pc:sldMk cId="1392429951" sldId="262"/>
            <ac:spMk id="11" creationId="{26E2260B-0522-9661-E272-3C4A3EC11463}"/>
          </ac:spMkLst>
        </pc:spChg>
        <pc:spChg chg="add del mod">
          <ac:chgData name="Harris Waseem" userId="1c3918ed1592fe34" providerId="LiveId" clId="{60C24464-E809-494C-83B5-2FB4A6E92FD3}" dt="2025-12-15T23:21:40.948" v="789" actId="26606"/>
          <ac:spMkLst>
            <pc:docMk/>
            <pc:sldMk cId="1392429951" sldId="262"/>
            <ac:spMk id="13" creationId="{DFFACF34-F5BE-B50C-3484-2BDFB7846E98}"/>
          </ac:spMkLst>
        </pc:spChg>
        <pc:graphicFrameChg chg="add del mod modGraphic">
          <ac:chgData name="Harris Waseem" userId="1c3918ed1592fe34" providerId="LiveId" clId="{60C24464-E809-494C-83B5-2FB4A6E92FD3}" dt="2025-12-15T23:31:24.228" v="860" actId="26606"/>
          <ac:graphicFrameMkLst>
            <pc:docMk/>
            <pc:sldMk cId="1392429951" sldId="262"/>
            <ac:graphicFrameMk id="5" creationId="{179C4E2D-5E2D-1688-6C10-2A2DBB659AF5}"/>
          </ac:graphicFrameMkLst>
        </pc:graphicFrameChg>
      </pc:sldChg>
      <pc:sldChg chg="new">
        <pc:chgData name="Harris Waseem" userId="1c3918ed1592fe34" providerId="LiveId" clId="{60C24464-E809-494C-83B5-2FB4A6E92FD3}" dt="2025-12-15T01:18:51.515" v="57" actId="680"/>
        <pc:sldMkLst>
          <pc:docMk/>
          <pc:sldMk cId="408547912" sldId="263"/>
        </pc:sldMkLst>
      </pc:sldChg>
      <pc:sldChg chg="new">
        <pc:chgData name="Harris Waseem" userId="1c3918ed1592fe34" providerId="LiveId" clId="{60C24464-E809-494C-83B5-2FB4A6E92FD3}" dt="2025-12-15T01:18:51.810" v="58" actId="680"/>
        <pc:sldMkLst>
          <pc:docMk/>
          <pc:sldMk cId="3491825592" sldId="264"/>
        </pc:sldMkLst>
      </pc:sldChg>
      <pc:sldChg chg="new">
        <pc:chgData name="Harris Waseem" userId="1c3918ed1592fe34" providerId="LiveId" clId="{60C24464-E809-494C-83B5-2FB4A6E92FD3}" dt="2025-12-15T01:18:52.095" v="59" actId="680"/>
        <pc:sldMkLst>
          <pc:docMk/>
          <pc:sldMk cId="2303731723" sldId="265"/>
        </pc:sldMkLst>
      </pc:sldChg>
      <pc:sldChg chg="new">
        <pc:chgData name="Harris Waseem" userId="1c3918ed1592fe34" providerId="LiveId" clId="{60C24464-E809-494C-83B5-2FB4A6E92FD3}" dt="2025-12-15T01:18:52.388" v="60" actId="680"/>
        <pc:sldMkLst>
          <pc:docMk/>
          <pc:sldMk cId="2420812254" sldId="266"/>
        </pc:sldMkLst>
      </pc:sldChg>
      <pc:sldChg chg="new">
        <pc:chgData name="Harris Waseem" userId="1c3918ed1592fe34" providerId="LiveId" clId="{60C24464-E809-494C-83B5-2FB4A6E92FD3}" dt="2025-12-15T01:18:52.744" v="61" actId="680"/>
        <pc:sldMkLst>
          <pc:docMk/>
          <pc:sldMk cId="2747992422" sldId="267"/>
        </pc:sldMkLst>
      </pc:sldChg>
      <pc:sldChg chg="addSp delSp modSp add mod modClrScheme chgLayout">
        <pc:chgData name="Harris Waseem" userId="1c3918ed1592fe34" providerId="LiveId" clId="{60C24464-E809-494C-83B5-2FB4A6E92FD3}" dt="2025-12-15T23:55:40.090" v="878" actId="962"/>
        <pc:sldMkLst>
          <pc:docMk/>
          <pc:sldMk cId="3305498663" sldId="268"/>
        </pc:sldMkLst>
        <pc:spChg chg="mod">
          <ac:chgData name="Harris Waseem" userId="1c3918ed1592fe34" providerId="LiveId" clId="{60C24464-E809-494C-83B5-2FB4A6E92FD3}" dt="2025-12-15T23:46:00.634" v="861" actId="26606"/>
          <ac:spMkLst>
            <pc:docMk/>
            <pc:sldMk cId="3305498663" sldId="268"/>
            <ac:spMk id="2" creationId="{A39575E1-8C5C-F4A0-52F9-60DCD4586055}"/>
          </ac:spMkLst>
        </pc:spChg>
        <pc:spChg chg="mod">
          <ac:chgData name="Harris Waseem" userId="1c3918ed1592fe34" providerId="LiveId" clId="{60C24464-E809-494C-83B5-2FB4A6E92FD3}" dt="2025-12-15T23:46:00.634" v="861" actId="26606"/>
          <ac:spMkLst>
            <pc:docMk/>
            <pc:sldMk cId="3305498663" sldId="268"/>
            <ac:spMk id="3" creationId="{EB825A06-651F-EA0E-E3F6-DED10B3C2277}"/>
          </ac:spMkLst>
        </pc:spChg>
        <pc:spChg chg="add del mod">
          <ac:chgData name="Harris Waseem" userId="1c3918ed1592fe34" providerId="LiveId" clId="{60C24464-E809-494C-83B5-2FB4A6E92FD3}" dt="2025-12-15T23:24:51.174" v="851" actId="26606"/>
          <ac:spMkLst>
            <pc:docMk/>
            <pc:sldMk cId="3305498663" sldId="268"/>
            <ac:spMk id="6" creationId="{2E44C0DE-1EC2-125F-8DD9-A3F1CF265EAB}"/>
          </ac:spMkLst>
        </pc:spChg>
        <pc:spChg chg="add del mod">
          <ac:chgData name="Harris Waseem" userId="1c3918ed1592fe34" providerId="LiveId" clId="{60C24464-E809-494C-83B5-2FB4A6E92FD3}" dt="2025-12-15T23:24:51.174" v="851" actId="26606"/>
          <ac:spMkLst>
            <pc:docMk/>
            <pc:sldMk cId="3305498663" sldId="268"/>
            <ac:spMk id="7" creationId="{B99B8414-0F74-BE2A-0D79-6F5CA76863E7}"/>
          </ac:spMkLst>
        </pc:spChg>
        <pc:spChg chg="add del mod">
          <ac:chgData name="Harris Waseem" userId="1c3918ed1592fe34" providerId="LiveId" clId="{60C24464-E809-494C-83B5-2FB4A6E92FD3}" dt="2025-12-15T23:24:40.753" v="847" actId="26606"/>
          <ac:spMkLst>
            <pc:docMk/>
            <pc:sldMk cId="3305498663" sldId="268"/>
            <ac:spMk id="8" creationId="{CA0B037F-9535-7172-FB81-F0089B4F3D63}"/>
          </ac:spMkLst>
        </pc:spChg>
        <pc:spChg chg="add del mod">
          <ac:chgData name="Harris Waseem" userId="1c3918ed1592fe34" providerId="LiveId" clId="{60C24464-E809-494C-83B5-2FB4A6E92FD3}" dt="2025-12-15T23:24:41.795" v="849" actId="26606"/>
          <ac:spMkLst>
            <pc:docMk/>
            <pc:sldMk cId="3305498663" sldId="268"/>
            <ac:spMk id="9" creationId="{CD5517F7-EE88-2674-F35B-482CE58F410C}"/>
          </ac:spMkLst>
        </pc:spChg>
        <pc:spChg chg="add del mod">
          <ac:chgData name="Harris Waseem" userId="1c3918ed1592fe34" providerId="LiveId" clId="{60C24464-E809-494C-83B5-2FB4A6E92FD3}" dt="2025-12-15T23:24:40.753" v="847" actId="26606"/>
          <ac:spMkLst>
            <pc:docMk/>
            <pc:sldMk cId="3305498663" sldId="268"/>
            <ac:spMk id="10" creationId="{41501B37-EAE2-4D17-0C04-407F21024669}"/>
          </ac:spMkLst>
        </pc:spChg>
        <pc:spChg chg="add del mod">
          <ac:chgData name="Harris Waseem" userId="1c3918ed1592fe34" providerId="LiveId" clId="{60C24464-E809-494C-83B5-2FB4A6E92FD3}" dt="2025-12-15T23:24:41.795" v="849" actId="26606"/>
          <ac:spMkLst>
            <pc:docMk/>
            <pc:sldMk cId="3305498663" sldId="268"/>
            <ac:spMk id="11" creationId="{E1D44AF8-2D62-018C-48E6-FC1208291E64}"/>
          </ac:spMkLst>
        </pc:spChg>
        <pc:spChg chg="add del mod">
          <ac:chgData name="Harris Waseem" userId="1c3918ed1592fe34" providerId="LiveId" clId="{60C24464-E809-494C-83B5-2FB4A6E92FD3}" dt="2025-12-15T23:24:40.753" v="847" actId="26606"/>
          <ac:spMkLst>
            <pc:docMk/>
            <pc:sldMk cId="3305498663" sldId="268"/>
            <ac:spMk id="12" creationId="{763D4730-926A-0B97-8DF8-F787C19EB267}"/>
          </ac:spMkLst>
        </pc:spChg>
        <pc:spChg chg="add del mod">
          <ac:chgData name="Harris Waseem" userId="1c3918ed1592fe34" providerId="LiveId" clId="{60C24464-E809-494C-83B5-2FB4A6E92FD3}" dt="2025-12-15T23:24:41.795" v="849" actId="26606"/>
          <ac:spMkLst>
            <pc:docMk/>
            <pc:sldMk cId="3305498663" sldId="268"/>
            <ac:spMk id="13" creationId="{ACF447E5-97C3-5E2F-A77E-DCC02CA1927B}"/>
          </ac:spMkLst>
        </pc:spChg>
        <pc:spChg chg="add del mod">
          <ac:chgData name="Harris Waseem" userId="1c3918ed1592fe34" providerId="LiveId" clId="{60C24464-E809-494C-83B5-2FB4A6E92FD3}" dt="2025-12-15T23:24:40.753" v="847" actId="26606"/>
          <ac:spMkLst>
            <pc:docMk/>
            <pc:sldMk cId="3305498663" sldId="268"/>
            <ac:spMk id="14" creationId="{C8637A8B-F539-B1A9-93D5-FF56B2D9B223}"/>
          </ac:spMkLst>
        </pc:spChg>
        <pc:spChg chg="add del mod">
          <ac:chgData name="Harris Waseem" userId="1c3918ed1592fe34" providerId="LiveId" clId="{60C24464-E809-494C-83B5-2FB4A6E92FD3}" dt="2025-12-15T23:24:41.795" v="849" actId="26606"/>
          <ac:spMkLst>
            <pc:docMk/>
            <pc:sldMk cId="3305498663" sldId="268"/>
            <ac:spMk id="15" creationId="{1C82377E-68B5-B8B3-0CF5-2B8F9B0BEA52}"/>
          </ac:spMkLst>
        </pc:spChg>
        <pc:spChg chg="add del mod">
          <ac:chgData name="Harris Waseem" userId="1c3918ed1592fe34" providerId="LiveId" clId="{60C24464-E809-494C-83B5-2FB4A6E92FD3}" dt="2025-12-15T23:24:51.174" v="851" actId="26606"/>
          <ac:spMkLst>
            <pc:docMk/>
            <pc:sldMk cId="3305498663" sldId="268"/>
            <ac:spMk id="16" creationId="{45405C37-435C-7A30-18D1-441D55550AB0}"/>
          </ac:spMkLst>
        </pc:spChg>
        <pc:spChg chg="add del mod">
          <ac:chgData name="Harris Waseem" userId="1c3918ed1592fe34" providerId="LiveId" clId="{60C24464-E809-494C-83B5-2FB4A6E92FD3}" dt="2025-12-15T23:24:41.795" v="849" actId="26606"/>
          <ac:spMkLst>
            <pc:docMk/>
            <pc:sldMk cId="3305498663" sldId="268"/>
            <ac:spMk id="17" creationId="{CDF582C5-5D09-A7A9-7C4A-1BABB64762C5}"/>
          </ac:spMkLst>
        </pc:spChg>
        <pc:spChg chg="add del mod">
          <ac:chgData name="Harris Waseem" userId="1c3918ed1592fe34" providerId="LiveId" clId="{60C24464-E809-494C-83B5-2FB4A6E92FD3}" dt="2025-12-15T23:52:28.482" v="864" actId="931"/>
          <ac:spMkLst>
            <pc:docMk/>
            <pc:sldMk cId="3305498663" sldId="268"/>
            <ac:spMk id="18" creationId="{CB274AD1-4FCF-7361-40A5-A2B8AFEF4BD9}"/>
          </ac:spMkLst>
        </pc:spChg>
        <pc:spChg chg="add mod">
          <ac:chgData name="Harris Waseem" userId="1c3918ed1592fe34" providerId="LiveId" clId="{60C24464-E809-494C-83B5-2FB4A6E92FD3}" dt="2025-12-15T23:46:00.634" v="861" actId="26606"/>
          <ac:spMkLst>
            <pc:docMk/>
            <pc:sldMk cId="3305498663" sldId="268"/>
            <ac:spMk id="19" creationId="{0BDF24DD-5EF4-706E-1C9B-84978308C263}"/>
          </ac:spMkLst>
        </pc:spChg>
        <pc:spChg chg="add mod">
          <ac:chgData name="Harris Waseem" userId="1c3918ed1592fe34" providerId="LiveId" clId="{60C24464-E809-494C-83B5-2FB4A6E92FD3}" dt="2025-12-15T23:46:00.634" v="861" actId="26606"/>
          <ac:spMkLst>
            <pc:docMk/>
            <pc:sldMk cId="3305498663" sldId="268"/>
            <ac:spMk id="20" creationId="{117BC6B5-70B3-B3CD-2E6D-7C38321F0556}"/>
          </ac:spMkLst>
        </pc:spChg>
        <pc:spChg chg="add mod">
          <ac:chgData name="Harris Waseem" userId="1c3918ed1592fe34" providerId="LiveId" clId="{60C24464-E809-494C-83B5-2FB4A6E92FD3}" dt="2025-12-15T23:46:00.634" v="861" actId="26606"/>
          <ac:spMkLst>
            <pc:docMk/>
            <pc:sldMk cId="3305498663" sldId="268"/>
            <ac:spMk id="21" creationId="{D6A15D3D-84E0-13C9-F832-C6C726F2AE0D}"/>
          </ac:spMkLst>
        </pc:spChg>
        <pc:picChg chg="add del mod ord">
          <ac:chgData name="Harris Waseem" userId="1c3918ed1592fe34" providerId="LiveId" clId="{60C24464-E809-494C-83B5-2FB4A6E92FD3}" dt="2025-12-15T23:46:15.827" v="863" actId="34307"/>
          <ac:picMkLst>
            <pc:docMk/>
            <pc:sldMk cId="3305498663" sldId="268"/>
            <ac:picMk id="4" creationId="{E3467491-C3F0-62C6-C175-2303F7766930}"/>
          </ac:picMkLst>
        </pc:picChg>
        <pc:picChg chg="add del">
          <ac:chgData name="Harris Waseem" userId="1c3918ed1592fe34" providerId="LiveId" clId="{60C24464-E809-494C-83B5-2FB4A6E92FD3}" dt="2025-12-15T23:24:41.795" v="849" actId="26606"/>
          <ac:picMkLst>
            <pc:docMk/>
            <pc:sldMk cId="3305498663" sldId="268"/>
            <ac:picMk id="5" creationId="{A413A510-AC65-E77F-5900-7DC0A65D1AF5}"/>
          </ac:picMkLst>
        </pc:picChg>
        <pc:picChg chg="add mod">
          <ac:chgData name="Harris Waseem" userId="1c3918ed1592fe34" providerId="LiveId" clId="{60C24464-E809-494C-83B5-2FB4A6E92FD3}" dt="2025-12-15T23:55:40.090" v="878" actId="962"/>
          <ac:picMkLst>
            <pc:docMk/>
            <pc:sldMk cId="3305498663" sldId="268"/>
            <ac:picMk id="23" creationId="{922C94A1-A649-5310-F7B4-E3B2C04FBC9A}"/>
          </ac:picMkLst>
        </pc:picChg>
      </pc:sldChg>
      <pc:sldMasterChg chg="modSp mod">
        <pc:chgData name="Harris Waseem" userId="1c3918ed1592fe34" providerId="LiveId" clId="{60C24464-E809-494C-83B5-2FB4A6E92FD3}" dt="2025-12-16T00:29:42.954" v="1107" actId="20577"/>
        <pc:sldMasterMkLst>
          <pc:docMk/>
          <pc:sldMasterMk cId="2580419073" sldId="2147483660"/>
        </pc:sldMasterMkLst>
        <pc:spChg chg="mod">
          <ac:chgData name="Harris Waseem" userId="1c3918ed1592fe34" providerId="LiveId" clId="{60C24464-E809-494C-83B5-2FB4A6E92FD3}" dt="2025-12-16T00:29:42.954" v="1107" actId="20577"/>
          <ac:spMkLst>
            <pc:docMk/>
            <pc:sldMasterMk cId="2580419073" sldId="2147483660"/>
            <ac:spMk id="3" creationId="{B911AB53-BAF9-439D-9451-47193CF2FF8E}"/>
          </ac:spMkLst>
        </pc:spChg>
      </pc:sldMasterChg>
      <pc:sldMasterChg chg="new del mod addSldLayout delSldLayout">
        <pc:chgData name="Harris Waseem" userId="1c3918ed1592fe34" providerId="LiveId" clId="{60C24464-E809-494C-83B5-2FB4A6E92FD3}" dt="2025-12-16T00:26:09.117" v="1055" actId="6938"/>
        <pc:sldMasterMkLst>
          <pc:docMk/>
          <pc:sldMasterMk cId="771455114" sldId="2147483672"/>
        </pc:sldMasterMkLst>
        <pc:sldLayoutChg chg="new del replId">
          <pc:chgData name="Harris Waseem" userId="1c3918ed1592fe34" providerId="LiveId" clId="{60C24464-E809-494C-83B5-2FB4A6E92FD3}" dt="2025-12-16T00:26:09.117" v="1055" actId="6938"/>
          <pc:sldLayoutMkLst>
            <pc:docMk/>
            <pc:sldMasterMk cId="771455114" sldId="2147483672"/>
            <pc:sldLayoutMk cId="287472988" sldId="2147483673"/>
          </pc:sldLayoutMkLst>
        </pc:sldLayoutChg>
        <pc:sldLayoutChg chg="new del replId">
          <pc:chgData name="Harris Waseem" userId="1c3918ed1592fe34" providerId="LiveId" clId="{60C24464-E809-494C-83B5-2FB4A6E92FD3}" dt="2025-12-16T00:26:09.117" v="1055" actId="6938"/>
          <pc:sldLayoutMkLst>
            <pc:docMk/>
            <pc:sldMasterMk cId="771455114" sldId="2147483672"/>
            <pc:sldLayoutMk cId="842245050" sldId="2147483674"/>
          </pc:sldLayoutMkLst>
        </pc:sldLayoutChg>
        <pc:sldLayoutChg chg="new del replId">
          <pc:chgData name="Harris Waseem" userId="1c3918ed1592fe34" providerId="LiveId" clId="{60C24464-E809-494C-83B5-2FB4A6E92FD3}" dt="2025-12-16T00:26:09.117" v="1055" actId="6938"/>
          <pc:sldLayoutMkLst>
            <pc:docMk/>
            <pc:sldMasterMk cId="771455114" sldId="2147483672"/>
            <pc:sldLayoutMk cId="650740607" sldId="2147483675"/>
          </pc:sldLayoutMkLst>
        </pc:sldLayoutChg>
        <pc:sldLayoutChg chg="new del replId">
          <pc:chgData name="Harris Waseem" userId="1c3918ed1592fe34" providerId="LiveId" clId="{60C24464-E809-494C-83B5-2FB4A6E92FD3}" dt="2025-12-16T00:26:09.117" v="1055" actId="6938"/>
          <pc:sldLayoutMkLst>
            <pc:docMk/>
            <pc:sldMasterMk cId="771455114" sldId="2147483672"/>
            <pc:sldLayoutMk cId="4073075398" sldId="2147483676"/>
          </pc:sldLayoutMkLst>
        </pc:sldLayoutChg>
        <pc:sldLayoutChg chg="new del replId">
          <pc:chgData name="Harris Waseem" userId="1c3918ed1592fe34" providerId="LiveId" clId="{60C24464-E809-494C-83B5-2FB4A6E92FD3}" dt="2025-12-16T00:26:09.117" v="1055" actId="6938"/>
          <pc:sldLayoutMkLst>
            <pc:docMk/>
            <pc:sldMasterMk cId="771455114" sldId="2147483672"/>
            <pc:sldLayoutMk cId="1520830525" sldId="2147483677"/>
          </pc:sldLayoutMkLst>
        </pc:sldLayoutChg>
        <pc:sldLayoutChg chg="new del replId">
          <pc:chgData name="Harris Waseem" userId="1c3918ed1592fe34" providerId="LiveId" clId="{60C24464-E809-494C-83B5-2FB4A6E92FD3}" dt="2025-12-16T00:26:09.117" v="1055" actId="6938"/>
          <pc:sldLayoutMkLst>
            <pc:docMk/>
            <pc:sldMasterMk cId="771455114" sldId="2147483672"/>
            <pc:sldLayoutMk cId="3652109305" sldId="2147483678"/>
          </pc:sldLayoutMkLst>
        </pc:sldLayoutChg>
        <pc:sldLayoutChg chg="new del replId">
          <pc:chgData name="Harris Waseem" userId="1c3918ed1592fe34" providerId="LiveId" clId="{60C24464-E809-494C-83B5-2FB4A6E92FD3}" dt="2025-12-16T00:26:09.117" v="1055" actId="6938"/>
          <pc:sldLayoutMkLst>
            <pc:docMk/>
            <pc:sldMasterMk cId="771455114" sldId="2147483672"/>
            <pc:sldLayoutMk cId="3439412962" sldId="2147483679"/>
          </pc:sldLayoutMkLst>
        </pc:sldLayoutChg>
        <pc:sldLayoutChg chg="new del replId">
          <pc:chgData name="Harris Waseem" userId="1c3918ed1592fe34" providerId="LiveId" clId="{60C24464-E809-494C-83B5-2FB4A6E92FD3}" dt="2025-12-16T00:26:09.117" v="1055" actId="6938"/>
          <pc:sldLayoutMkLst>
            <pc:docMk/>
            <pc:sldMasterMk cId="771455114" sldId="2147483672"/>
            <pc:sldLayoutMk cId="2413168809" sldId="2147483680"/>
          </pc:sldLayoutMkLst>
        </pc:sldLayoutChg>
        <pc:sldLayoutChg chg="new del replId">
          <pc:chgData name="Harris Waseem" userId="1c3918ed1592fe34" providerId="LiveId" clId="{60C24464-E809-494C-83B5-2FB4A6E92FD3}" dt="2025-12-16T00:26:09.117" v="1055" actId="6938"/>
          <pc:sldLayoutMkLst>
            <pc:docMk/>
            <pc:sldMasterMk cId="771455114" sldId="2147483672"/>
            <pc:sldLayoutMk cId="2610867732" sldId="2147483681"/>
          </pc:sldLayoutMkLst>
        </pc:sldLayoutChg>
        <pc:sldLayoutChg chg="new del replId">
          <pc:chgData name="Harris Waseem" userId="1c3918ed1592fe34" providerId="LiveId" clId="{60C24464-E809-494C-83B5-2FB4A6E92FD3}" dt="2025-12-16T00:26:09.117" v="1055" actId="6938"/>
          <pc:sldLayoutMkLst>
            <pc:docMk/>
            <pc:sldMasterMk cId="771455114" sldId="2147483672"/>
            <pc:sldLayoutMk cId="1319134796" sldId="2147483682"/>
          </pc:sldLayoutMkLst>
        </pc:sldLayoutChg>
        <pc:sldLayoutChg chg="new del replId">
          <pc:chgData name="Harris Waseem" userId="1c3918ed1592fe34" providerId="LiveId" clId="{60C24464-E809-494C-83B5-2FB4A6E92FD3}" dt="2025-12-16T00:26:09.117" v="1055" actId="6938"/>
          <pc:sldLayoutMkLst>
            <pc:docMk/>
            <pc:sldMasterMk cId="771455114" sldId="2147483672"/>
            <pc:sldLayoutMk cId="2816282489" sldId="2147483683"/>
          </pc:sldLayoutMkLst>
        </pc:sldLayoutChg>
      </pc:sldMasterChg>
    </pc:docChg>
  </pc:docChgLst>
  <pc:docChgLst>
    <pc:chgData name="Guest User" providerId="Windows Live" clId="Web-{CA9C8975-E0F4-F935-2690-B39600AA7B77}"/>
    <pc:docChg chg="modSld">
      <pc:chgData name="Guest User" userId="" providerId="Windows Live" clId="Web-{CA9C8975-E0F4-F935-2690-B39600AA7B77}" dt="2025-12-15T23:09:20.458" v="1"/>
      <pc:docMkLst>
        <pc:docMk/>
      </pc:docMkLst>
      <pc:sldChg chg="mod setBg">
        <pc:chgData name="Guest User" userId="" providerId="Windows Live" clId="Web-{CA9C8975-E0F4-F935-2690-B39600AA7B77}" dt="2025-12-15T23:09:20.458" v="1"/>
        <pc:sldMkLst>
          <pc:docMk/>
          <pc:sldMk cId="3023979458" sldId="257"/>
        </pc:sldMkLst>
      </pc:sldChg>
    </pc:docChg>
  </pc:docChgLst>
  <pc:docChgLst>
    <pc:chgData name="Harminder Singh" userId="64892e9db9ae137b" providerId="Windows Live" clId="Web-{228BA77C-9D44-78D6-06D8-149CB598161B}"/>
    <pc:docChg chg="mod modSld addMainMaster delMainMaster">
      <pc:chgData name="Harminder Singh" userId="64892e9db9ae137b" providerId="Windows Live" clId="Web-{228BA77C-9D44-78D6-06D8-149CB598161B}" dt="2025-12-15T21:43:04.150" v="0"/>
      <pc:docMkLst>
        <pc:docMk/>
      </pc:docMkLst>
      <pc:sldChg chg="delSp modSp mod modClrScheme delDesignElem chgLayout">
        <pc:chgData name="Harminder Singh" userId="64892e9db9ae137b" providerId="Windows Live" clId="Web-{228BA77C-9D44-78D6-06D8-149CB598161B}" dt="2025-12-15T21:43:04.150" v="0"/>
        <pc:sldMkLst>
          <pc:docMk/>
          <pc:sldMk cId="2750729278" sldId="256"/>
        </pc:sldMkLst>
        <pc:spChg chg="mod ord">
          <ac:chgData name="Harminder Singh" userId="64892e9db9ae137b" providerId="Windows Live" clId="Web-{228BA77C-9D44-78D6-06D8-149CB598161B}" dt="2025-12-15T21:43:04.150" v="0"/>
          <ac:spMkLst>
            <pc:docMk/>
            <pc:sldMk cId="2750729278" sldId="256"/>
            <ac:spMk id="2" creationId="{66A8D695-4833-69CC-8DB9-9578BC1139B1}"/>
          </ac:spMkLst>
        </pc:spChg>
        <pc:spChg chg="mod ord">
          <ac:chgData name="Harminder Singh" userId="64892e9db9ae137b" providerId="Windows Live" clId="Web-{228BA77C-9D44-78D6-06D8-149CB598161B}" dt="2025-12-15T21:43:04.150" v="0"/>
          <ac:spMkLst>
            <pc:docMk/>
            <pc:sldMk cId="2750729278" sldId="256"/>
            <ac:spMk id="3" creationId="{B63694AF-7638-0C74-CB23-C19B5FA4F542}"/>
          </ac:spMkLst>
        </pc:spChg>
        <pc:spChg chg="del">
          <ac:chgData name="Harminder Singh" userId="64892e9db9ae137b" providerId="Windows Live" clId="Web-{228BA77C-9D44-78D6-06D8-149CB598161B}" dt="2025-12-15T21:43:04.150" v="0"/>
          <ac:spMkLst>
            <pc:docMk/>
            <pc:sldMk cId="2750729278" sldId="256"/>
            <ac:spMk id="8" creationId="{6F5A5072-7B47-4D32-B52A-4EBBF590B8A5}"/>
          </ac:spMkLst>
        </pc:spChg>
        <pc:spChg chg="del">
          <ac:chgData name="Harminder Singh" userId="64892e9db9ae137b" providerId="Windows Live" clId="Web-{228BA77C-9D44-78D6-06D8-149CB598161B}" dt="2025-12-15T21:43:04.150" v="0"/>
          <ac:spMkLst>
            <pc:docMk/>
            <pc:sldMk cId="2750729278" sldId="256"/>
            <ac:spMk id="10" creationId="{9715DAF0-AE1B-46C9-8A6B-DB2AA05AB91D}"/>
          </ac:spMkLst>
        </pc:spChg>
        <pc:spChg chg="del">
          <ac:chgData name="Harminder Singh" userId="64892e9db9ae137b" providerId="Windows Live" clId="Web-{228BA77C-9D44-78D6-06D8-149CB598161B}" dt="2025-12-15T21:43:04.150" v="0"/>
          <ac:spMkLst>
            <pc:docMk/>
            <pc:sldMk cId="2750729278" sldId="256"/>
            <ac:spMk id="12" creationId="{6016219D-510E-4184-9090-6D5578A87BD1}"/>
          </ac:spMkLst>
        </pc:spChg>
        <pc:spChg chg="del">
          <ac:chgData name="Harminder Singh" userId="64892e9db9ae137b" providerId="Windows Live" clId="Web-{228BA77C-9D44-78D6-06D8-149CB598161B}" dt="2025-12-15T21:43:04.150" v="0"/>
          <ac:spMkLst>
            <pc:docMk/>
            <pc:sldMk cId="2750729278" sldId="256"/>
            <ac:spMk id="14" creationId="{AFF4A713-7B75-4B21-90D7-5AB19547C728}"/>
          </ac:spMkLst>
        </pc:spChg>
        <pc:spChg chg="del">
          <ac:chgData name="Harminder Singh" userId="64892e9db9ae137b" providerId="Windows Live" clId="Web-{228BA77C-9D44-78D6-06D8-149CB598161B}" dt="2025-12-15T21:43:04.150" v="0"/>
          <ac:spMkLst>
            <pc:docMk/>
            <pc:sldMk cId="2750729278" sldId="256"/>
            <ac:spMk id="16" creationId="{DC631C0B-6DA6-4E57-8231-CE32B3434A7E}"/>
          </ac:spMkLst>
        </pc:spChg>
        <pc:spChg chg="del">
          <ac:chgData name="Harminder Singh" userId="64892e9db9ae137b" providerId="Windows Live" clId="Web-{228BA77C-9D44-78D6-06D8-149CB598161B}" dt="2025-12-15T21:43:04.150" v="0"/>
          <ac:spMkLst>
            <pc:docMk/>
            <pc:sldMk cId="2750729278" sldId="256"/>
            <ac:spMk id="18" creationId="{C29501E6-A978-4A61-9689-9085AF97A53A}"/>
          </ac:spMkLst>
        </pc:spChg>
      </pc:sldChg>
      <pc:sldChg chg="modSp mod modClrScheme chgLayout">
        <pc:chgData name="Harminder Singh" userId="64892e9db9ae137b" providerId="Windows Live" clId="Web-{228BA77C-9D44-78D6-06D8-149CB598161B}" dt="2025-12-15T21:43:04.150" v="0"/>
        <pc:sldMkLst>
          <pc:docMk/>
          <pc:sldMk cId="3023979458" sldId="257"/>
        </pc:sldMkLst>
        <pc:spChg chg="mod ord">
          <ac:chgData name="Harminder Singh" userId="64892e9db9ae137b" providerId="Windows Live" clId="Web-{228BA77C-9D44-78D6-06D8-149CB598161B}" dt="2025-12-15T21:43:04.150" v="0"/>
          <ac:spMkLst>
            <pc:docMk/>
            <pc:sldMk cId="3023979458" sldId="257"/>
            <ac:spMk id="2" creationId="{D1604D35-B20E-ACC7-FAF7-84926AA90C7F}"/>
          </ac:spMkLst>
        </pc:spChg>
        <pc:spChg chg="mod ord">
          <ac:chgData name="Harminder Singh" userId="64892e9db9ae137b" providerId="Windows Live" clId="Web-{228BA77C-9D44-78D6-06D8-149CB598161B}" dt="2025-12-15T21:43:04.150" v="0"/>
          <ac:spMkLst>
            <pc:docMk/>
            <pc:sldMk cId="3023979458" sldId="257"/>
            <ac:spMk id="3" creationId="{45DD8EF4-52E9-DC9F-647E-F40DDE7BE446}"/>
          </ac:spMkLst>
        </pc:spChg>
      </pc:sldChg>
      <pc:sldChg chg="modSp mod modClrScheme chgLayout">
        <pc:chgData name="Harminder Singh" userId="64892e9db9ae137b" providerId="Windows Live" clId="Web-{228BA77C-9D44-78D6-06D8-149CB598161B}" dt="2025-12-15T21:43:04.150" v="0"/>
        <pc:sldMkLst>
          <pc:docMk/>
          <pc:sldMk cId="2108540057" sldId="258"/>
        </pc:sldMkLst>
        <pc:spChg chg="mod ord">
          <ac:chgData name="Harminder Singh" userId="64892e9db9ae137b" providerId="Windows Live" clId="Web-{228BA77C-9D44-78D6-06D8-149CB598161B}" dt="2025-12-15T21:43:04.150" v="0"/>
          <ac:spMkLst>
            <pc:docMk/>
            <pc:sldMk cId="2108540057" sldId="258"/>
            <ac:spMk id="2" creationId="{1BF8A1F0-0C14-1ABC-0FF1-A5077CAA9872}"/>
          </ac:spMkLst>
        </pc:spChg>
        <pc:spChg chg="mod ord">
          <ac:chgData name="Harminder Singh" userId="64892e9db9ae137b" providerId="Windows Live" clId="Web-{228BA77C-9D44-78D6-06D8-149CB598161B}" dt="2025-12-15T21:43:04.150" v="0"/>
          <ac:spMkLst>
            <pc:docMk/>
            <pc:sldMk cId="2108540057" sldId="258"/>
            <ac:spMk id="3" creationId="{F86F9B46-AA15-6AD2-762B-536E7B8C24E8}"/>
          </ac:spMkLst>
        </pc:spChg>
      </pc:sldChg>
      <pc:sldChg chg="modSp mod modClrScheme chgLayout">
        <pc:chgData name="Harminder Singh" userId="64892e9db9ae137b" providerId="Windows Live" clId="Web-{228BA77C-9D44-78D6-06D8-149CB598161B}" dt="2025-12-15T21:43:04.150" v="0"/>
        <pc:sldMkLst>
          <pc:docMk/>
          <pc:sldMk cId="4131849025" sldId="259"/>
        </pc:sldMkLst>
        <pc:spChg chg="mod ord">
          <ac:chgData name="Harminder Singh" userId="64892e9db9ae137b" providerId="Windows Live" clId="Web-{228BA77C-9D44-78D6-06D8-149CB598161B}" dt="2025-12-15T21:43:04.150" v="0"/>
          <ac:spMkLst>
            <pc:docMk/>
            <pc:sldMk cId="4131849025" sldId="259"/>
            <ac:spMk id="2" creationId="{384F32E2-B709-0D0E-3DFC-061511BFC4E8}"/>
          </ac:spMkLst>
        </pc:spChg>
        <pc:spChg chg="mod ord">
          <ac:chgData name="Harminder Singh" userId="64892e9db9ae137b" providerId="Windows Live" clId="Web-{228BA77C-9D44-78D6-06D8-149CB598161B}" dt="2025-12-15T21:43:04.150" v="0"/>
          <ac:spMkLst>
            <pc:docMk/>
            <pc:sldMk cId="4131849025" sldId="259"/>
            <ac:spMk id="3" creationId="{C67909FC-A0E2-FEF6-3316-5208B7AE78CD}"/>
          </ac:spMkLst>
        </pc:spChg>
      </pc:sldChg>
      <pc:sldChg chg="modSp mod modClrScheme chgLayout">
        <pc:chgData name="Harminder Singh" userId="64892e9db9ae137b" providerId="Windows Live" clId="Web-{228BA77C-9D44-78D6-06D8-149CB598161B}" dt="2025-12-15T21:43:04.150" v="0"/>
        <pc:sldMkLst>
          <pc:docMk/>
          <pc:sldMk cId="3112904363" sldId="260"/>
        </pc:sldMkLst>
        <pc:spChg chg="mod ord">
          <ac:chgData name="Harminder Singh" userId="64892e9db9ae137b" providerId="Windows Live" clId="Web-{228BA77C-9D44-78D6-06D8-149CB598161B}" dt="2025-12-15T21:43:04.150" v="0"/>
          <ac:spMkLst>
            <pc:docMk/>
            <pc:sldMk cId="3112904363" sldId="260"/>
            <ac:spMk id="2" creationId="{ADF3D4D8-516F-ED54-0A16-FE83CF53209B}"/>
          </ac:spMkLst>
        </pc:spChg>
        <pc:spChg chg="mod ord">
          <ac:chgData name="Harminder Singh" userId="64892e9db9ae137b" providerId="Windows Live" clId="Web-{228BA77C-9D44-78D6-06D8-149CB598161B}" dt="2025-12-15T21:43:04.150" v="0"/>
          <ac:spMkLst>
            <pc:docMk/>
            <pc:sldMk cId="3112904363" sldId="260"/>
            <ac:spMk id="3" creationId="{2CE0FECF-8740-F4F3-C2FE-319B202A16B5}"/>
          </ac:spMkLst>
        </pc:spChg>
      </pc:sldChg>
      <pc:sldChg chg="modSp mod modClrScheme chgLayout">
        <pc:chgData name="Harminder Singh" userId="64892e9db9ae137b" providerId="Windows Live" clId="Web-{228BA77C-9D44-78D6-06D8-149CB598161B}" dt="2025-12-15T21:43:04.150" v="0"/>
        <pc:sldMkLst>
          <pc:docMk/>
          <pc:sldMk cId="3390591029" sldId="261"/>
        </pc:sldMkLst>
        <pc:spChg chg="mod ord">
          <ac:chgData name="Harminder Singh" userId="64892e9db9ae137b" providerId="Windows Live" clId="Web-{228BA77C-9D44-78D6-06D8-149CB598161B}" dt="2025-12-15T21:43:04.150" v="0"/>
          <ac:spMkLst>
            <pc:docMk/>
            <pc:sldMk cId="3390591029" sldId="261"/>
            <ac:spMk id="2" creationId="{71533C36-F95C-1D94-657D-617DF6DC990E}"/>
          </ac:spMkLst>
        </pc:spChg>
        <pc:spChg chg="mod ord">
          <ac:chgData name="Harminder Singh" userId="64892e9db9ae137b" providerId="Windows Live" clId="Web-{228BA77C-9D44-78D6-06D8-149CB598161B}" dt="2025-12-15T21:43:04.150" v="0"/>
          <ac:spMkLst>
            <pc:docMk/>
            <pc:sldMk cId="3390591029" sldId="261"/>
            <ac:spMk id="3" creationId="{285822B5-F8CA-667B-60DF-CC24BA5ABCF5}"/>
          </ac:spMkLst>
        </pc:spChg>
      </pc:sldChg>
      <pc:sldChg chg="modSp mod modClrScheme chgLayout">
        <pc:chgData name="Harminder Singh" userId="64892e9db9ae137b" providerId="Windows Live" clId="Web-{228BA77C-9D44-78D6-06D8-149CB598161B}" dt="2025-12-15T21:43:04.150" v="0"/>
        <pc:sldMkLst>
          <pc:docMk/>
          <pc:sldMk cId="1392429951" sldId="262"/>
        </pc:sldMkLst>
        <pc:spChg chg="mod ord">
          <ac:chgData name="Harminder Singh" userId="64892e9db9ae137b" providerId="Windows Live" clId="Web-{228BA77C-9D44-78D6-06D8-149CB598161B}" dt="2025-12-15T21:43:04.150" v="0"/>
          <ac:spMkLst>
            <pc:docMk/>
            <pc:sldMk cId="1392429951" sldId="262"/>
            <ac:spMk id="2" creationId="{00BC5265-A6E2-6423-1328-AB53EE0F25BB}"/>
          </ac:spMkLst>
        </pc:spChg>
        <pc:spChg chg="mod ord">
          <ac:chgData name="Harminder Singh" userId="64892e9db9ae137b" providerId="Windows Live" clId="Web-{228BA77C-9D44-78D6-06D8-149CB598161B}" dt="2025-12-15T21:43:04.150" v="0"/>
          <ac:spMkLst>
            <pc:docMk/>
            <pc:sldMk cId="1392429951" sldId="262"/>
            <ac:spMk id="3" creationId="{493A5262-E52D-308B-3689-F68C639DB222}"/>
          </ac:spMkLst>
        </pc:spChg>
      </pc:sldChg>
      <pc:sldChg chg="modSp mod modClrScheme chgLayout">
        <pc:chgData name="Harminder Singh" userId="64892e9db9ae137b" providerId="Windows Live" clId="Web-{228BA77C-9D44-78D6-06D8-149CB598161B}" dt="2025-12-15T21:43:04.150" v="0"/>
        <pc:sldMkLst>
          <pc:docMk/>
          <pc:sldMk cId="408547912" sldId="263"/>
        </pc:sldMkLst>
        <pc:spChg chg="mod ord">
          <ac:chgData name="Harminder Singh" userId="64892e9db9ae137b" providerId="Windows Live" clId="Web-{228BA77C-9D44-78D6-06D8-149CB598161B}" dt="2025-12-15T21:43:04.150" v="0"/>
          <ac:spMkLst>
            <pc:docMk/>
            <pc:sldMk cId="408547912" sldId="263"/>
            <ac:spMk id="2" creationId="{2D604D13-554D-DCDA-B512-8CD6EB69FABF}"/>
          </ac:spMkLst>
        </pc:spChg>
        <pc:spChg chg="mod ord">
          <ac:chgData name="Harminder Singh" userId="64892e9db9ae137b" providerId="Windows Live" clId="Web-{228BA77C-9D44-78D6-06D8-149CB598161B}" dt="2025-12-15T21:43:04.150" v="0"/>
          <ac:spMkLst>
            <pc:docMk/>
            <pc:sldMk cId="408547912" sldId="263"/>
            <ac:spMk id="3" creationId="{1616B485-C974-F206-8797-25E1D9514511}"/>
          </ac:spMkLst>
        </pc:spChg>
      </pc:sldChg>
      <pc:sldChg chg="modSp mod modClrScheme chgLayout">
        <pc:chgData name="Harminder Singh" userId="64892e9db9ae137b" providerId="Windows Live" clId="Web-{228BA77C-9D44-78D6-06D8-149CB598161B}" dt="2025-12-15T21:43:04.150" v="0"/>
        <pc:sldMkLst>
          <pc:docMk/>
          <pc:sldMk cId="3491825592" sldId="264"/>
        </pc:sldMkLst>
        <pc:spChg chg="mod ord">
          <ac:chgData name="Harminder Singh" userId="64892e9db9ae137b" providerId="Windows Live" clId="Web-{228BA77C-9D44-78D6-06D8-149CB598161B}" dt="2025-12-15T21:43:04.150" v="0"/>
          <ac:spMkLst>
            <pc:docMk/>
            <pc:sldMk cId="3491825592" sldId="264"/>
            <ac:spMk id="2" creationId="{63142AD0-04E2-1026-5820-CB652D77B644}"/>
          </ac:spMkLst>
        </pc:spChg>
        <pc:spChg chg="mod ord">
          <ac:chgData name="Harminder Singh" userId="64892e9db9ae137b" providerId="Windows Live" clId="Web-{228BA77C-9D44-78D6-06D8-149CB598161B}" dt="2025-12-15T21:43:04.150" v="0"/>
          <ac:spMkLst>
            <pc:docMk/>
            <pc:sldMk cId="3491825592" sldId="264"/>
            <ac:spMk id="3" creationId="{101EB2A1-9B72-C3B9-326C-DD8719449A95}"/>
          </ac:spMkLst>
        </pc:spChg>
      </pc:sldChg>
      <pc:sldChg chg="modSp mod modClrScheme chgLayout">
        <pc:chgData name="Harminder Singh" userId="64892e9db9ae137b" providerId="Windows Live" clId="Web-{228BA77C-9D44-78D6-06D8-149CB598161B}" dt="2025-12-15T21:43:04.150" v="0"/>
        <pc:sldMkLst>
          <pc:docMk/>
          <pc:sldMk cId="2303731723" sldId="265"/>
        </pc:sldMkLst>
        <pc:spChg chg="mod ord">
          <ac:chgData name="Harminder Singh" userId="64892e9db9ae137b" providerId="Windows Live" clId="Web-{228BA77C-9D44-78D6-06D8-149CB598161B}" dt="2025-12-15T21:43:04.150" v="0"/>
          <ac:spMkLst>
            <pc:docMk/>
            <pc:sldMk cId="2303731723" sldId="265"/>
            <ac:spMk id="2" creationId="{7B6E8A63-2723-5130-8DF9-F2E7CDECACAC}"/>
          </ac:spMkLst>
        </pc:spChg>
        <pc:spChg chg="mod ord">
          <ac:chgData name="Harminder Singh" userId="64892e9db9ae137b" providerId="Windows Live" clId="Web-{228BA77C-9D44-78D6-06D8-149CB598161B}" dt="2025-12-15T21:43:04.150" v="0"/>
          <ac:spMkLst>
            <pc:docMk/>
            <pc:sldMk cId="2303731723" sldId="265"/>
            <ac:spMk id="3" creationId="{01DF0949-4E54-29C3-7C34-F8FD6C02D084}"/>
          </ac:spMkLst>
        </pc:spChg>
      </pc:sldChg>
      <pc:sldChg chg="modSp mod modClrScheme chgLayout">
        <pc:chgData name="Harminder Singh" userId="64892e9db9ae137b" providerId="Windows Live" clId="Web-{228BA77C-9D44-78D6-06D8-149CB598161B}" dt="2025-12-15T21:43:04.150" v="0"/>
        <pc:sldMkLst>
          <pc:docMk/>
          <pc:sldMk cId="2420812254" sldId="266"/>
        </pc:sldMkLst>
        <pc:spChg chg="mod ord">
          <ac:chgData name="Harminder Singh" userId="64892e9db9ae137b" providerId="Windows Live" clId="Web-{228BA77C-9D44-78D6-06D8-149CB598161B}" dt="2025-12-15T21:43:04.150" v="0"/>
          <ac:spMkLst>
            <pc:docMk/>
            <pc:sldMk cId="2420812254" sldId="266"/>
            <ac:spMk id="2" creationId="{5CBE2887-CD10-C43A-9744-94263AB04EB2}"/>
          </ac:spMkLst>
        </pc:spChg>
        <pc:spChg chg="mod ord">
          <ac:chgData name="Harminder Singh" userId="64892e9db9ae137b" providerId="Windows Live" clId="Web-{228BA77C-9D44-78D6-06D8-149CB598161B}" dt="2025-12-15T21:43:04.150" v="0"/>
          <ac:spMkLst>
            <pc:docMk/>
            <pc:sldMk cId="2420812254" sldId="266"/>
            <ac:spMk id="3" creationId="{516CF017-3CE5-FF73-4B15-01044E87B6D7}"/>
          </ac:spMkLst>
        </pc:spChg>
      </pc:sldChg>
      <pc:sldChg chg="modSp mod modClrScheme chgLayout">
        <pc:chgData name="Harminder Singh" userId="64892e9db9ae137b" providerId="Windows Live" clId="Web-{228BA77C-9D44-78D6-06D8-149CB598161B}" dt="2025-12-15T21:43:04.150" v="0"/>
        <pc:sldMkLst>
          <pc:docMk/>
          <pc:sldMk cId="2747992422" sldId="267"/>
        </pc:sldMkLst>
        <pc:spChg chg="mod ord">
          <ac:chgData name="Harminder Singh" userId="64892e9db9ae137b" providerId="Windows Live" clId="Web-{228BA77C-9D44-78D6-06D8-149CB598161B}" dt="2025-12-15T21:43:04.150" v="0"/>
          <ac:spMkLst>
            <pc:docMk/>
            <pc:sldMk cId="2747992422" sldId="267"/>
            <ac:spMk id="2" creationId="{9244A607-CE00-B83C-69DA-D6FB078C8544}"/>
          </ac:spMkLst>
        </pc:spChg>
        <pc:spChg chg="mod ord">
          <ac:chgData name="Harminder Singh" userId="64892e9db9ae137b" providerId="Windows Live" clId="Web-{228BA77C-9D44-78D6-06D8-149CB598161B}" dt="2025-12-15T21:43:04.150" v="0"/>
          <ac:spMkLst>
            <pc:docMk/>
            <pc:sldMk cId="2747992422" sldId="267"/>
            <ac:spMk id="3" creationId="{751F433D-C5D1-E7BF-8A21-2EB911B210CD}"/>
          </ac:spMkLst>
        </pc:spChg>
      </pc:sldChg>
      <pc:sldMasterChg chg="del delSldLayout">
        <pc:chgData name="Harminder Singh" userId="64892e9db9ae137b" providerId="Windows Live" clId="Web-{228BA77C-9D44-78D6-06D8-149CB598161B}" dt="2025-12-15T21:43:04.150" v="0"/>
        <pc:sldMasterMkLst>
          <pc:docMk/>
          <pc:sldMasterMk cId="4120819665" sldId="2147483648"/>
        </pc:sldMasterMkLst>
        <pc:sldLayoutChg chg="del">
          <pc:chgData name="Harminder Singh" userId="64892e9db9ae137b" providerId="Windows Live" clId="Web-{228BA77C-9D44-78D6-06D8-149CB598161B}" dt="2025-12-15T21:43:04.150" v="0"/>
          <pc:sldLayoutMkLst>
            <pc:docMk/>
            <pc:sldMasterMk cId="4120819665" sldId="2147483648"/>
            <pc:sldLayoutMk cId="3685622435" sldId="2147483649"/>
          </pc:sldLayoutMkLst>
        </pc:sldLayoutChg>
        <pc:sldLayoutChg chg="del">
          <pc:chgData name="Harminder Singh" userId="64892e9db9ae137b" providerId="Windows Live" clId="Web-{228BA77C-9D44-78D6-06D8-149CB598161B}" dt="2025-12-15T21:43:04.150" v="0"/>
          <pc:sldLayoutMkLst>
            <pc:docMk/>
            <pc:sldMasterMk cId="4120819665" sldId="2147483648"/>
            <pc:sldLayoutMk cId="2757309331" sldId="2147483650"/>
          </pc:sldLayoutMkLst>
        </pc:sldLayoutChg>
        <pc:sldLayoutChg chg="del">
          <pc:chgData name="Harminder Singh" userId="64892e9db9ae137b" providerId="Windows Live" clId="Web-{228BA77C-9D44-78D6-06D8-149CB598161B}" dt="2025-12-15T21:43:04.150" v="0"/>
          <pc:sldLayoutMkLst>
            <pc:docMk/>
            <pc:sldMasterMk cId="4120819665" sldId="2147483648"/>
            <pc:sldLayoutMk cId="2027570584" sldId="2147483651"/>
          </pc:sldLayoutMkLst>
        </pc:sldLayoutChg>
        <pc:sldLayoutChg chg="del">
          <pc:chgData name="Harminder Singh" userId="64892e9db9ae137b" providerId="Windows Live" clId="Web-{228BA77C-9D44-78D6-06D8-149CB598161B}" dt="2025-12-15T21:43:04.150" v="0"/>
          <pc:sldLayoutMkLst>
            <pc:docMk/>
            <pc:sldMasterMk cId="4120819665" sldId="2147483648"/>
            <pc:sldLayoutMk cId="2186741018" sldId="2147483652"/>
          </pc:sldLayoutMkLst>
        </pc:sldLayoutChg>
        <pc:sldLayoutChg chg="del">
          <pc:chgData name="Harminder Singh" userId="64892e9db9ae137b" providerId="Windows Live" clId="Web-{228BA77C-9D44-78D6-06D8-149CB598161B}" dt="2025-12-15T21:43:04.150" v="0"/>
          <pc:sldLayoutMkLst>
            <pc:docMk/>
            <pc:sldMasterMk cId="4120819665" sldId="2147483648"/>
            <pc:sldLayoutMk cId="4047551464" sldId="2147483653"/>
          </pc:sldLayoutMkLst>
        </pc:sldLayoutChg>
        <pc:sldLayoutChg chg="del">
          <pc:chgData name="Harminder Singh" userId="64892e9db9ae137b" providerId="Windows Live" clId="Web-{228BA77C-9D44-78D6-06D8-149CB598161B}" dt="2025-12-15T21:43:04.150" v="0"/>
          <pc:sldLayoutMkLst>
            <pc:docMk/>
            <pc:sldMasterMk cId="4120819665" sldId="2147483648"/>
            <pc:sldLayoutMk cId="3355698612" sldId="2147483654"/>
          </pc:sldLayoutMkLst>
        </pc:sldLayoutChg>
        <pc:sldLayoutChg chg="del">
          <pc:chgData name="Harminder Singh" userId="64892e9db9ae137b" providerId="Windows Live" clId="Web-{228BA77C-9D44-78D6-06D8-149CB598161B}" dt="2025-12-15T21:43:04.150" v="0"/>
          <pc:sldLayoutMkLst>
            <pc:docMk/>
            <pc:sldMasterMk cId="4120819665" sldId="2147483648"/>
            <pc:sldLayoutMk cId="3354709531" sldId="2147483655"/>
          </pc:sldLayoutMkLst>
        </pc:sldLayoutChg>
        <pc:sldLayoutChg chg="del">
          <pc:chgData name="Harminder Singh" userId="64892e9db9ae137b" providerId="Windows Live" clId="Web-{228BA77C-9D44-78D6-06D8-149CB598161B}" dt="2025-12-15T21:43:04.150" v="0"/>
          <pc:sldLayoutMkLst>
            <pc:docMk/>
            <pc:sldMasterMk cId="4120819665" sldId="2147483648"/>
            <pc:sldLayoutMk cId="1117551505" sldId="2147483656"/>
          </pc:sldLayoutMkLst>
        </pc:sldLayoutChg>
        <pc:sldLayoutChg chg="del">
          <pc:chgData name="Harminder Singh" userId="64892e9db9ae137b" providerId="Windows Live" clId="Web-{228BA77C-9D44-78D6-06D8-149CB598161B}" dt="2025-12-15T21:43:04.150" v="0"/>
          <pc:sldLayoutMkLst>
            <pc:docMk/>
            <pc:sldMasterMk cId="4120819665" sldId="2147483648"/>
            <pc:sldLayoutMk cId="3778065291" sldId="2147483657"/>
          </pc:sldLayoutMkLst>
        </pc:sldLayoutChg>
        <pc:sldLayoutChg chg="del">
          <pc:chgData name="Harminder Singh" userId="64892e9db9ae137b" providerId="Windows Live" clId="Web-{228BA77C-9D44-78D6-06D8-149CB598161B}" dt="2025-12-15T21:43:04.150" v="0"/>
          <pc:sldLayoutMkLst>
            <pc:docMk/>
            <pc:sldMasterMk cId="4120819665" sldId="2147483648"/>
            <pc:sldLayoutMk cId="1894704831" sldId="2147483658"/>
          </pc:sldLayoutMkLst>
        </pc:sldLayoutChg>
        <pc:sldLayoutChg chg="del">
          <pc:chgData name="Harminder Singh" userId="64892e9db9ae137b" providerId="Windows Live" clId="Web-{228BA77C-9D44-78D6-06D8-149CB598161B}" dt="2025-12-15T21:43:04.150" v="0"/>
          <pc:sldLayoutMkLst>
            <pc:docMk/>
            <pc:sldMasterMk cId="4120819665" sldId="2147483648"/>
            <pc:sldLayoutMk cId="1653867184" sldId="2147483659"/>
          </pc:sldLayoutMkLst>
        </pc:sldLayoutChg>
      </pc:sldMasterChg>
      <pc:sldMasterChg chg="add addSldLayout modSldLayout">
        <pc:chgData name="Harminder Singh" userId="64892e9db9ae137b" providerId="Windows Live" clId="Web-{228BA77C-9D44-78D6-06D8-149CB598161B}" dt="2025-12-15T21:43:04.150" v="0"/>
        <pc:sldMasterMkLst>
          <pc:docMk/>
          <pc:sldMasterMk cId="2580419073" sldId="2147483660"/>
        </pc:sldMasterMkLst>
        <pc:sldLayoutChg chg="add mod replId">
          <pc:chgData name="Harminder Singh" userId="64892e9db9ae137b" providerId="Windows Live" clId="Web-{228BA77C-9D44-78D6-06D8-149CB598161B}" dt="2025-12-15T21:43:04.150" v="0"/>
          <pc:sldLayoutMkLst>
            <pc:docMk/>
            <pc:sldMasterMk cId="2580419073" sldId="2147483660"/>
            <pc:sldLayoutMk cId="1247510107" sldId="2147483661"/>
          </pc:sldLayoutMkLst>
        </pc:sldLayoutChg>
        <pc:sldLayoutChg chg="add mod replId">
          <pc:chgData name="Harminder Singh" userId="64892e9db9ae137b" providerId="Windows Live" clId="Web-{228BA77C-9D44-78D6-06D8-149CB598161B}" dt="2025-12-15T21:43:04.150" v="0"/>
          <pc:sldLayoutMkLst>
            <pc:docMk/>
            <pc:sldMasterMk cId="2580419073" sldId="2147483660"/>
            <pc:sldLayoutMk cId="473896556" sldId="2147483662"/>
          </pc:sldLayoutMkLst>
        </pc:sldLayoutChg>
        <pc:sldLayoutChg chg="add mod replId">
          <pc:chgData name="Harminder Singh" userId="64892e9db9ae137b" providerId="Windows Live" clId="Web-{228BA77C-9D44-78D6-06D8-149CB598161B}" dt="2025-12-15T21:43:04.150" v="0"/>
          <pc:sldLayoutMkLst>
            <pc:docMk/>
            <pc:sldMasterMk cId="2580419073" sldId="2147483660"/>
            <pc:sldLayoutMk cId="773466350" sldId="2147483663"/>
          </pc:sldLayoutMkLst>
        </pc:sldLayoutChg>
        <pc:sldLayoutChg chg="add mod replId">
          <pc:chgData name="Harminder Singh" userId="64892e9db9ae137b" providerId="Windows Live" clId="Web-{228BA77C-9D44-78D6-06D8-149CB598161B}" dt="2025-12-15T21:43:04.150" v="0"/>
          <pc:sldLayoutMkLst>
            <pc:docMk/>
            <pc:sldMasterMk cId="2580419073" sldId="2147483660"/>
            <pc:sldLayoutMk cId="337964896" sldId="2147483664"/>
          </pc:sldLayoutMkLst>
        </pc:sldLayoutChg>
        <pc:sldLayoutChg chg="add mod replId">
          <pc:chgData name="Harminder Singh" userId="64892e9db9ae137b" providerId="Windows Live" clId="Web-{228BA77C-9D44-78D6-06D8-149CB598161B}" dt="2025-12-15T21:43:04.150" v="0"/>
          <pc:sldLayoutMkLst>
            <pc:docMk/>
            <pc:sldMasterMk cId="2580419073" sldId="2147483660"/>
            <pc:sldLayoutMk cId="127166156" sldId="2147483665"/>
          </pc:sldLayoutMkLst>
        </pc:sldLayoutChg>
        <pc:sldLayoutChg chg="add mod replId">
          <pc:chgData name="Harminder Singh" userId="64892e9db9ae137b" providerId="Windows Live" clId="Web-{228BA77C-9D44-78D6-06D8-149CB598161B}" dt="2025-12-15T21:43:04.150" v="0"/>
          <pc:sldLayoutMkLst>
            <pc:docMk/>
            <pc:sldMasterMk cId="2580419073" sldId="2147483660"/>
            <pc:sldLayoutMk cId="1327675503" sldId="2147483666"/>
          </pc:sldLayoutMkLst>
        </pc:sldLayoutChg>
        <pc:sldLayoutChg chg="add mod replId">
          <pc:chgData name="Harminder Singh" userId="64892e9db9ae137b" providerId="Windows Live" clId="Web-{228BA77C-9D44-78D6-06D8-149CB598161B}" dt="2025-12-15T21:43:04.150" v="0"/>
          <pc:sldLayoutMkLst>
            <pc:docMk/>
            <pc:sldMasterMk cId="2580419073" sldId="2147483660"/>
            <pc:sldLayoutMk cId="4017630093" sldId="2147483667"/>
          </pc:sldLayoutMkLst>
        </pc:sldLayoutChg>
        <pc:sldLayoutChg chg="add mod replId">
          <pc:chgData name="Harminder Singh" userId="64892e9db9ae137b" providerId="Windows Live" clId="Web-{228BA77C-9D44-78D6-06D8-149CB598161B}" dt="2025-12-15T21:43:04.150" v="0"/>
          <pc:sldLayoutMkLst>
            <pc:docMk/>
            <pc:sldMasterMk cId="2580419073" sldId="2147483660"/>
            <pc:sldLayoutMk cId="3332013750" sldId="2147483668"/>
          </pc:sldLayoutMkLst>
        </pc:sldLayoutChg>
        <pc:sldLayoutChg chg="add mod replId">
          <pc:chgData name="Harminder Singh" userId="64892e9db9ae137b" providerId="Windows Live" clId="Web-{228BA77C-9D44-78D6-06D8-149CB598161B}" dt="2025-12-15T21:43:04.150" v="0"/>
          <pc:sldLayoutMkLst>
            <pc:docMk/>
            <pc:sldMasterMk cId="2580419073" sldId="2147483660"/>
            <pc:sldLayoutMk cId="115614423" sldId="2147483669"/>
          </pc:sldLayoutMkLst>
        </pc:sldLayoutChg>
        <pc:sldLayoutChg chg="add mod replId">
          <pc:chgData name="Harminder Singh" userId="64892e9db9ae137b" providerId="Windows Live" clId="Web-{228BA77C-9D44-78D6-06D8-149CB598161B}" dt="2025-12-15T21:43:04.150" v="0"/>
          <pc:sldLayoutMkLst>
            <pc:docMk/>
            <pc:sldMasterMk cId="2580419073" sldId="2147483660"/>
            <pc:sldLayoutMk cId="517981765" sldId="2147483670"/>
          </pc:sldLayoutMkLst>
        </pc:sldLayoutChg>
        <pc:sldLayoutChg chg="add mod replId">
          <pc:chgData name="Harminder Singh" userId="64892e9db9ae137b" providerId="Windows Live" clId="Web-{228BA77C-9D44-78D6-06D8-149CB598161B}" dt="2025-12-15T21:43:04.150" v="0"/>
          <pc:sldLayoutMkLst>
            <pc:docMk/>
            <pc:sldMasterMk cId="2580419073" sldId="2147483660"/>
            <pc:sldLayoutMk cId="2743265151" sldId="2147483671"/>
          </pc:sldLayoutMkLst>
        </pc:sldLayoutChg>
      </pc:sldMasterChg>
    </pc:docChg>
  </pc:docChgLst>
  <pc:docChgLst>
    <pc:chgData name="Harminder Singh" userId="64892e9db9ae137b" providerId="Windows Live" clId="Web-{23D853BD-B2DB-F476-3C8C-83F1669E7B51}"/>
    <pc:docChg chg="modSld">
      <pc:chgData name="Harminder Singh" userId="64892e9db9ae137b" providerId="Windows Live" clId="Web-{23D853BD-B2DB-F476-3C8C-83F1669E7B51}" dt="2025-12-16T05:14:28.941" v="226"/>
      <pc:docMkLst>
        <pc:docMk/>
      </pc:docMkLst>
      <pc:sldChg chg="modSp">
        <pc:chgData name="Harminder Singh" userId="64892e9db9ae137b" providerId="Windows Live" clId="Web-{23D853BD-B2DB-F476-3C8C-83F1669E7B51}" dt="2025-12-16T05:14:28.941" v="226"/>
        <pc:sldMkLst>
          <pc:docMk/>
          <pc:sldMk cId="3023979458" sldId="257"/>
        </pc:sldMkLst>
        <pc:graphicFrameChg chg="mod modGraphic">
          <ac:chgData name="Harminder Singh" userId="64892e9db9ae137b" providerId="Windows Live" clId="Web-{23D853BD-B2DB-F476-3C8C-83F1669E7B51}" dt="2025-12-16T05:14:28.941" v="226"/>
          <ac:graphicFrameMkLst>
            <pc:docMk/>
            <pc:sldMk cId="3023979458" sldId="257"/>
            <ac:graphicFrameMk id="8" creationId="{4132459E-4263-AA56-8F20-A7BB0D2AB420}"/>
          </ac:graphicFrameMkLst>
        </pc:graphicFrameChg>
      </pc:sldChg>
      <pc:sldChg chg="addSp modSp">
        <pc:chgData name="Harminder Singh" userId="64892e9db9ae137b" providerId="Windows Live" clId="Web-{23D853BD-B2DB-F476-3C8C-83F1669E7B51}" dt="2025-12-16T04:50:06.187" v="50" actId="1076"/>
        <pc:sldMkLst>
          <pc:docMk/>
          <pc:sldMk cId="408547912" sldId="263"/>
        </pc:sldMkLst>
        <pc:spChg chg="mod">
          <ac:chgData name="Harminder Singh" userId="64892e9db9ae137b" providerId="Windows Live" clId="Web-{23D853BD-B2DB-F476-3C8C-83F1669E7B51}" dt="2025-12-16T04:41:21.049" v="5" actId="20577"/>
          <ac:spMkLst>
            <pc:docMk/>
            <pc:sldMk cId="408547912" sldId="263"/>
            <ac:spMk id="2" creationId="{2D604D13-554D-DCDA-B512-8CD6EB69FABF}"/>
          </ac:spMkLst>
        </pc:spChg>
        <pc:spChg chg="mod">
          <ac:chgData name="Harminder Singh" userId="64892e9db9ae137b" providerId="Windows Live" clId="Web-{23D853BD-B2DB-F476-3C8C-83F1669E7B51}" dt="2025-12-16T04:49:51.468" v="48"/>
          <ac:spMkLst>
            <pc:docMk/>
            <pc:sldMk cId="408547912" sldId="263"/>
            <ac:spMk id="3" creationId="{1616B485-C974-F206-8797-25E1D9514511}"/>
          </ac:spMkLst>
        </pc:spChg>
        <pc:picChg chg="add mod">
          <ac:chgData name="Harminder Singh" userId="64892e9db9ae137b" providerId="Windows Live" clId="Web-{23D853BD-B2DB-F476-3C8C-83F1669E7B51}" dt="2025-12-16T04:50:06.187" v="50" actId="1076"/>
          <ac:picMkLst>
            <pc:docMk/>
            <pc:sldMk cId="408547912" sldId="263"/>
            <ac:picMk id="4" creationId="{27CFAE4D-5E7F-53AA-552F-657C16ABDE8A}"/>
          </ac:picMkLst>
        </pc:picChg>
      </pc:sldChg>
      <pc:sldChg chg="addSp modSp">
        <pc:chgData name="Harminder Singh" userId="64892e9db9ae137b" providerId="Windows Live" clId="Web-{23D853BD-B2DB-F476-3C8C-83F1669E7B51}" dt="2025-12-16T04:59:21.152" v="74" actId="14100"/>
        <pc:sldMkLst>
          <pc:docMk/>
          <pc:sldMk cId="3491825592" sldId="264"/>
        </pc:sldMkLst>
        <pc:spChg chg="mod">
          <ac:chgData name="Harminder Singh" userId="64892e9db9ae137b" providerId="Windows Live" clId="Web-{23D853BD-B2DB-F476-3C8C-83F1669E7B51}" dt="2025-12-16T04:44:09.516" v="22" actId="20577"/>
          <ac:spMkLst>
            <pc:docMk/>
            <pc:sldMk cId="3491825592" sldId="264"/>
            <ac:spMk id="2" creationId="{63142AD0-04E2-1026-5820-CB652D77B644}"/>
          </ac:spMkLst>
        </pc:spChg>
        <pc:spChg chg="mod">
          <ac:chgData name="Harminder Singh" userId="64892e9db9ae137b" providerId="Windows Live" clId="Web-{23D853BD-B2DB-F476-3C8C-83F1669E7B51}" dt="2025-12-16T04:44:35.975" v="26" actId="20577"/>
          <ac:spMkLst>
            <pc:docMk/>
            <pc:sldMk cId="3491825592" sldId="264"/>
            <ac:spMk id="3" creationId="{101EB2A1-9B72-C3B9-326C-DD8719449A95}"/>
          </ac:spMkLst>
        </pc:spChg>
        <pc:picChg chg="add mod">
          <ac:chgData name="Harminder Singh" userId="64892e9db9ae137b" providerId="Windows Live" clId="Web-{23D853BD-B2DB-F476-3C8C-83F1669E7B51}" dt="2025-12-16T04:59:21.152" v="74" actId="14100"/>
          <ac:picMkLst>
            <pc:docMk/>
            <pc:sldMk cId="3491825592" sldId="264"/>
            <ac:picMk id="4" creationId="{CB63AC87-0B6F-C95F-13CE-5DD199216AD1}"/>
          </ac:picMkLst>
        </pc:picChg>
      </pc:sldChg>
      <pc:sldChg chg="addSp delSp modSp">
        <pc:chgData name="Harminder Singh" userId="64892e9db9ae137b" providerId="Windows Live" clId="Web-{23D853BD-B2DB-F476-3C8C-83F1669E7B51}" dt="2025-12-16T04:59:07.870" v="73" actId="1076"/>
        <pc:sldMkLst>
          <pc:docMk/>
          <pc:sldMk cId="2303731723" sldId="265"/>
        </pc:sldMkLst>
        <pc:spChg chg="mod">
          <ac:chgData name="Harminder Singh" userId="64892e9db9ae137b" providerId="Windows Live" clId="Web-{23D853BD-B2DB-F476-3C8C-83F1669E7B51}" dt="2025-12-16T04:44:41.111" v="29" actId="20577"/>
          <ac:spMkLst>
            <pc:docMk/>
            <pc:sldMk cId="2303731723" sldId="265"/>
            <ac:spMk id="2" creationId="{7B6E8A63-2723-5130-8DF9-F2E7CDECACAC}"/>
          </ac:spMkLst>
        </pc:spChg>
        <pc:spChg chg="mod">
          <ac:chgData name="Harminder Singh" userId="64892e9db9ae137b" providerId="Windows Live" clId="Web-{23D853BD-B2DB-F476-3C8C-83F1669E7B51}" dt="2025-12-16T04:45:19.301" v="31" actId="20577"/>
          <ac:spMkLst>
            <pc:docMk/>
            <pc:sldMk cId="2303731723" sldId="265"/>
            <ac:spMk id="3" creationId="{01DF0949-4E54-29C3-7C34-F8FD6C02D084}"/>
          </ac:spMkLst>
        </pc:spChg>
        <pc:picChg chg="add del mod">
          <ac:chgData name="Harminder Singh" userId="64892e9db9ae137b" providerId="Windows Live" clId="Web-{23D853BD-B2DB-F476-3C8C-83F1669E7B51}" dt="2025-12-16T04:57:16.671" v="65"/>
          <ac:picMkLst>
            <pc:docMk/>
            <pc:sldMk cId="2303731723" sldId="265"/>
            <ac:picMk id="4" creationId="{880AE019-A66C-F4B0-3128-5D07BBF84E80}"/>
          </ac:picMkLst>
        </pc:picChg>
        <pc:picChg chg="add del mod">
          <ac:chgData name="Harminder Singh" userId="64892e9db9ae137b" providerId="Windows Live" clId="Web-{23D853BD-B2DB-F476-3C8C-83F1669E7B51}" dt="2025-12-16T04:58:06.411" v="71"/>
          <ac:picMkLst>
            <pc:docMk/>
            <pc:sldMk cId="2303731723" sldId="265"/>
            <ac:picMk id="5" creationId="{7F145A1D-9534-21B1-0A78-C0220D703983}"/>
          </ac:picMkLst>
        </pc:picChg>
        <pc:picChg chg="add mod">
          <ac:chgData name="Harminder Singh" userId="64892e9db9ae137b" providerId="Windows Live" clId="Web-{23D853BD-B2DB-F476-3C8C-83F1669E7B51}" dt="2025-12-16T04:59:07.870" v="73" actId="1076"/>
          <ac:picMkLst>
            <pc:docMk/>
            <pc:sldMk cId="2303731723" sldId="265"/>
            <ac:picMk id="6" creationId="{33743389-13CE-78C5-AC5E-2F35066F7892}"/>
          </ac:picMkLst>
        </pc:picChg>
      </pc:sldChg>
      <pc:sldChg chg="addSp modSp">
        <pc:chgData name="Harminder Singh" userId="64892e9db9ae137b" providerId="Windows Live" clId="Web-{23D853BD-B2DB-F476-3C8C-83F1669E7B51}" dt="2025-12-16T05:07:51.973" v="87" actId="1076"/>
        <pc:sldMkLst>
          <pc:docMk/>
          <pc:sldMk cId="2420812254" sldId="266"/>
        </pc:sldMkLst>
        <pc:spChg chg="mod">
          <ac:chgData name="Harminder Singh" userId="64892e9db9ae137b" providerId="Windows Live" clId="Web-{23D853BD-B2DB-F476-3C8C-83F1669E7B51}" dt="2025-12-16T04:45:35.958" v="34" actId="20577"/>
          <ac:spMkLst>
            <pc:docMk/>
            <pc:sldMk cId="2420812254" sldId="266"/>
            <ac:spMk id="2" creationId="{5CBE2887-CD10-C43A-9744-94263AB04EB2}"/>
          </ac:spMkLst>
        </pc:spChg>
        <pc:spChg chg="mod">
          <ac:chgData name="Harminder Singh" userId="64892e9db9ae137b" providerId="Windows Live" clId="Web-{23D853BD-B2DB-F476-3C8C-83F1669E7B51}" dt="2025-12-16T04:45:52.506" v="38" actId="20577"/>
          <ac:spMkLst>
            <pc:docMk/>
            <pc:sldMk cId="2420812254" sldId="266"/>
            <ac:spMk id="3" creationId="{516CF017-3CE5-FF73-4B15-01044E87B6D7}"/>
          </ac:spMkLst>
        </pc:spChg>
        <pc:picChg chg="add mod">
          <ac:chgData name="Harminder Singh" userId="64892e9db9ae137b" providerId="Windows Live" clId="Web-{23D853BD-B2DB-F476-3C8C-83F1669E7B51}" dt="2025-12-16T05:07:51.973" v="87" actId="1076"/>
          <ac:picMkLst>
            <pc:docMk/>
            <pc:sldMk cId="2420812254" sldId="266"/>
            <ac:picMk id="4" creationId="{D7510661-3CAE-121F-229B-4D9934A4F039}"/>
          </ac:picMkLst>
        </pc:picChg>
      </pc:sldChg>
      <pc:sldChg chg="addSp modSp">
        <pc:chgData name="Harminder Singh" userId="64892e9db9ae137b" providerId="Windows Live" clId="Web-{23D853BD-B2DB-F476-3C8C-83F1669E7B51}" dt="2025-12-16T04:54:03.177" v="59" actId="1076"/>
        <pc:sldMkLst>
          <pc:docMk/>
          <pc:sldMk cId="2747992422" sldId="267"/>
        </pc:sldMkLst>
        <pc:spChg chg="mod">
          <ac:chgData name="Harminder Singh" userId="64892e9db9ae137b" providerId="Windows Live" clId="Web-{23D853BD-B2DB-F476-3C8C-83F1669E7B51}" dt="2025-12-16T04:46:13.538" v="42" actId="20577"/>
          <ac:spMkLst>
            <pc:docMk/>
            <pc:sldMk cId="2747992422" sldId="267"/>
            <ac:spMk id="2" creationId="{9244A607-CE00-B83C-69DA-D6FB078C8544}"/>
          </ac:spMkLst>
        </pc:spChg>
        <pc:spChg chg="mod">
          <ac:chgData name="Harminder Singh" userId="64892e9db9ae137b" providerId="Windows Live" clId="Web-{23D853BD-B2DB-F476-3C8C-83F1669E7B51}" dt="2025-12-16T04:47:55.761" v="46" actId="20577"/>
          <ac:spMkLst>
            <pc:docMk/>
            <pc:sldMk cId="2747992422" sldId="267"/>
            <ac:spMk id="3" creationId="{751F433D-C5D1-E7BF-8A21-2EB911B210CD}"/>
          </ac:spMkLst>
        </pc:spChg>
        <pc:picChg chg="add mod">
          <ac:chgData name="Harminder Singh" userId="64892e9db9ae137b" providerId="Windows Live" clId="Web-{23D853BD-B2DB-F476-3C8C-83F1669E7B51}" dt="2025-12-16T04:54:03.177" v="59" actId="1076"/>
          <ac:picMkLst>
            <pc:docMk/>
            <pc:sldMk cId="2747992422" sldId="267"/>
            <ac:picMk id="4" creationId="{F38F049A-12EB-1CA2-F963-0C8F2291D5A1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C48BDB-6DD5-4F16-9301-1000979BD4F6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E86EEB4-8C80-43B1-A0C8-C42702C8AF63}">
      <dgm:prSet/>
      <dgm:spPr/>
      <dgm:t>
        <a:bodyPr/>
        <a:lstStyle/>
        <a:p>
          <a:r>
            <a:rPr lang="en-US"/>
            <a:t>SaaS-based platform that aggregates and ranks financial articles in real time</a:t>
          </a:r>
        </a:p>
      </dgm:t>
    </dgm:pt>
    <dgm:pt modelId="{F5B1B4D2-73BF-42F0-8AA2-AF9CBC710931}" type="parTrans" cxnId="{C9FC8C38-0208-4659-B24D-535A595ADF47}">
      <dgm:prSet/>
      <dgm:spPr/>
      <dgm:t>
        <a:bodyPr/>
        <a:lstStyle/>
        <a:p>
          <a:endParaRPr lang="en-US"/>
        </a:p>
      </dgm:t>
    </dgm:pt>
    <dgm:pt modelId="{7A2321EA-D5C1-457B-8BF4-782B42BB5E66}" type="sibTrans" cxnId="{C9FC8C38-0208-4659-B24D-535A595ADF47}">
      <dgm:prSet/>
      <dgm:spPr/>
      <dgm:t>
        <a:bodyPr/>
        <a:lstStyle/>
        <a:p>
          <a:endParaRPr lang="en-US"/>
        </a:p>
      </dgm:t>
    </dgm:pt>
    <dgm:pt modelId="{8E2F8CAB-A5B7-4ADF-9ECF-BE4F54A753F4}">
      <dgm:prSet/>
      <dgm:spPr/>
      <dgm:t>
        <a:bodyPr/>
        <a:lstStyle/>
        <a:p>
          <a:r>
            <a:rPr lang="en-US"/>
            <a:t>Uses keyword tokenization and correlation analysis to surface relevant information</a:t>
          </a:r>
        </a:p>
      </dgm:t>
    </dgm:pt>
    <dgm:pt modelId="{542313A9-ACCF-40E4-8895-5F6E02944D25}" type="parTrans" cxnId="{C40F59DF-F766-4B9B-B2A4-161D4B078500}">
      <dgm:prSet/>
      <dgm:spPr/>
      <dgm:t>
        <a:bodyPr/>
        <a:lstStyle/>
        <a:p>
          <a:endParaRPr lang="en-US"/>
        </a:p>
      </dgm:t>
    </dgm:pt>
    <dgm:pt modelId="{985A1A7B-7A6E-41A0-B2FB-259BA3088000}" type="sibTrans" cxnId="{C40F59DF-F766-4B9B-B2A4-161D4B078500}">
      <dgm:prSet/>
      <dgm:spPr/>
      <dgm:t>
        <a:bodyPr/>
        <a:lstStyle/>
        <a:p>
          <a:endParaRPr lang="en-US"/>
        </a:p>
      </dgm:t>
    </dgm:pt>
    <dgm:pt modelId="{50C228F8-B4A0-4FD2-9D66-3178CAEEECEE}">
      <dgm:prSet/>
      <dgm:spPr/>
      <dgm:t>
        <a:bodyPr/>
        <a:lstStyle/>
        <a:p>
          <a:r>
            <a:rPr lang="en-US"/>
            <a:t>Designed for individuals and organizations priced out of institutional platforms</a:t>
          </a:r>
        </a:p>
      </dgm:t>
    </dgm:pt>
    <dgm:pt modelId="{7AA60549-07F5-42B1-9237-1DACB6D9CE55}" type="parTrans" cxnId="{FE85B648-7A28-4BCE-9718-85F430877276}">
      <dgm:prSet/>
      <dgm:spPr/>
      <dgm:t>
        <a:bodyPr/>
        <a:lstStyle/>
        <a:p>
          <a:endParaRPr lang="en-US"/>
        </a:p>
      </dgm:t>
    </dgm:pt>
    <dgm:pt modelId="{0FD5D41F-55EB-496B-A088-69439584C883}" type="sibTrans" cxnId="{FE85B648-7A28-4BCE-9718-85F430877276}">
      <dgm:prSet/>
      <dgm:spPr/>
      <dgm:t>
        <a:bodyPr/>
        <a:lstStyle/>
        <a:p>
          <a:endParaRPr lang="en-US"/>
        </a:p>
      </dgm:t>
    </dgm:pt>
    <dgm:pt modelId="{E5B5E701-ACC1-4719-8675-F7E6CDDBA07C}">
      <dgm:prSet/>
      <dgm:spPr/>
      <dgm:t>
        <a:bodyPr/>
        <a:lstStyle/>
        <a:p>
          <a:r>
            <a:rPr lang="en-US"/>
            <a:t>Focuses on clarity, accessibility, and affordability rather than exhaustive datasets</a:t>
          </a:r>
        </a:p>
      </dgm:t>
    </dgm:pt>
    <dgm:pt modelId="{B2C970DA-F492-47F0-AB9F-BB3CA26EC708}" type="parTrans" cxnId="{7CFC951B-CBCB-44C5-ADDD-20E6A79A925D}">
      <dgm:prSet/>
      <dgm:spPr/>
      <dgm:t>
        <a:bodyPr/>
        <a:lstStyle/>
        <a:p>
          <a:endParaRPr lang="en-US"/>
        </a:p>
      </dgm:t>
    </dgm:pt>
    <dgm:pt modelId="{D82C2557-AEC8-4D9B-826F-35EE1CE7BE42}" type="sibTrans" cxnId="{7CFC951B-CBCB-44C5-ADDD-20E6A79A925D}">
      <dgm:prSet/>
      <dgm:spPr/>
      <dgm:t>
        <a:bodyPr/>
        <a:lstStyle/>
        <a:p>
          <a:endParaRPr lang="en-US"/>
        </a:p>
      </dgm:t>
    </dgm:pt>
    <dgm:pt modelId="{CF877924-0487-4BD7-8602-0CDE82F1A062}" type="pres">
      <dgm:prSet presAssocID="{22C48BDB-6DD5-4F16-9301-1000979BD4F6}" presName="root" presStyleCnt="0">
        <dgm:presLayoutVars>
          <dgm:dir/>
          <dgm:resizeHandles val="exact"/>
        </dgm:presLayoutVars>
      </dgm:prSet>
      <dgm:spPr/>
    </dgm:pt>
    <dgm:pt modelId="{4DDE74C8-046E-40E3-98CD-119E77B41D09}" type="pres">
      <dgm:prSet presAssocID="{7E86EEB4-8C80-43B1-A0C8-C42702C8AF63}" presName="compNode" presStyleCnt="0"/>
      <dgm:spPr/>
    </dgm:pt>
    <dgm:pt modelId="{715E5B9F-B829-47CA-9025-359119851370}" type="pres">
      <dgm:prSet presAssocID="{7E86EEB4-8C80-43B1-A0C8-C42702C8AF6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B1EF5758-F0E2-46CB-8F30-BDEFAE0061DB}" type="pres">
      <dgm:prSet presAssocID="{7E86EEB4-8C80-43B1-A0C8-C42702C8AF63}" presName="spaceRect" presStyleCnt="0"/>
      <dgm:spPr/>
    </dgm:pt>
    <dgm:pt modelId="{D4199752-271D-4FE7-8E34-0941142BFE50}" type="pres">
      <dgm:prSet presAssocID="{7E86EEB4-8C80-43B1-A0C8-C42702C8AF63}" presName="textRect" presStyleLbl="revTx" presStyleIdx="0" presStyleCnt="4">
        <dgm:presLayoutVars>
          <dgm:chMax val="1"/>
          <dgm:chPref val="1"/>
        </dgm:presLayoutVars>
      </dgm:prSet>
      <dgm:spPr/>
    </dgm:pt>
    <dgm:pt modelId="{D3D93399-7787-4FD6-86CE-30F2999A07B8}" type="pres">
      <dgm:prSet presAssocID="{7A2321EA-D5C1-457B-8BF4-782B42BB5E66}" presName="sibTrans" presStyleCnt="0"/>
      <dgm:spPr/>
    </dgm:pt>
    <dgm:pt modelId="{A8A89774-D4B0-428F-B984-B657C108FD80}" type="pres">
      <dgm:prSet presAssocID="{8E2F8CAB-A5B7-4ADF-9ECF-BE4F54A753F4}" presName="compNode" presStyleCnt="0"/>
      <dgm:spPr/>
    </dgm:pt>
    <dgm:pt modelId="{7BD8EE70-93C4-4256-B573-8D5FE9D1C5F0}" type="pres">
      <dgm:prSet presAssocID="{8E2F8CAB-A5B7-4ADF-9ECF-BE4F54A753F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0106A2F9-4E1E-4CC6-80AB-17D34BF9004A}" type="pres">
      <dgm:prSet presAssocID="{8E2F8CAB-A5B7-4ADF-9ECF-BE4F54A753F4}" presName="spaceRect" presStyleCnt="0"/>
      <dgm:spPr/>
    </dgm:pt>
    <dgm:pt modelId="{ED90D582-DDC3-463B-ACE4-300EAF5AA4F0}" type="pres">
      <dgm:prSet presAssocID="{8E2F8CAB-A5B7-4ADF-9ECF-BE4F54A753F4}" presName="textRect" presStyleLbl="revTx" presStyleIdx="1" presStyleCnt="4">
        <dgm:presLayoutVars>
          <dgm:chMax val="1"/>
          <dgm:chPref val="1"/>
        </dgm:presLayoutVars>
      </dgm:prSet>
      <dgm:spPr/>
    </dgm:pt>
    <dgm:pt modelId="{FD748D2B-A268-4866-9F63-BCFA6988B329}" type="pres">
      <dgm:prSet presAssocID="{985A1A7B-7A6E-41A0-B2FB-259BA3088000}" presName="sibTrans" presStyleCnt="0"/>
      <dgm:spPr/>
    </dgm:pt>
    <dgm:pt modelId="{62F65208-1469-4F38-AFBE-FB0E3229E83E}" type="pres">
      <dgm:prSet presAssocID="{50C228F8-B4A0-4FD2-9D66-3178CAEEECEE}" presName="compNode" presStyleCnt="0"/>
      <dgm:spPr/>
    </dgm:pt>
    <dgm:pt modelId="{32E2CAAD-555B-496E-B088-9638D90A31B7}" type="pres">
      <dgm:prSet presAssocID="{50C228F8-B4A0-4FD2-9D66-3178CAEEECE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B7FA604A-B721-43A6-BB41-12C914089650}" type="pres">
      <dgm:prSet presAssocID="{50C228F8-B4A0-4FD2-9D66-3178CAEEECEE}" presName="spaceRect" presStyleCnt="0"/>
      <dgm:spPr/>
    </dgm:pt>
    <dgm:pt modelId="{274D62AD-4907-4E7C-B5B5-3A45DFD1F7C9}" type="pres">
      <dgm:prSet presAssocID="{50C228F8-B4A0-4FD2-9D66-3178CAEEECEE}" presName="textRect" presStyleLbl="revTx" presStyleIdx="2" presStyleCnt="4">
        <dgm:presLayoutVars>
          <dgm:chMax val="1"/>
          <dgm:chPref val="1"/>
        </dgm:presLayoutVars>
      </dgm:prSet>
      <dgm:spPr/>
    </dgm:pt>
    <dgm:pt modelId="{C815D540-6AA2-43DC-8E75-EF3506B6ACAD}" type="pres">
      <dgm:prSet presAssocID="{0FD5D41F-55EB-496B-A088-69439584C883}" presName="sibTrans" presStyleCnt="0"/>
      <dgm:spPr/>
    </dgm:pt>
    <dgm:pt modelId="{154884F2-6056-4B9F-8EF0-A3A5D8B2CF57}" type="pres">
      <dgm:prSet presAssocID="{E5B5E701-ACC1-4719-8675-F7E6CDDBA07C}" presName="compNode" presStyleCnt="0"/>
      <dgm:spPr/>
    </dgm:pt>
    <dgm:pt modelId="{E961B55A-D837-457A-B99E-3FAACB142F31}" type="pres">
      <dgm:prSet presAssocID="{E5B5E701-ACC1-4719-8675-F7E6CDDBA07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3F383F8E-A73E-4147-96ED-CB2D863EC0A6}" type="pres">
      <dgm:prSet presAssocID="{E5B5E701-ACC1-4719-8675-F7E6CDDBA07C}" presName="spaceRect" presStyleCnt="0"/>
      <dgm:spPr/>
    </dgm:pt>
    <dgm:pt modelId="{78C249A9-D2FE-41D0-B05F-E2297734B343}" type="pres">
      <dgm:prSet presAssocID="{E5B5E701-ACC1-4719-8675-F7E6CDDBA07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CFC951B-CBCB-44C5-ADDD-20E6A79A925D}" srcId="{22C48BDB-6DD5-4F16-9301-1000979BD4F6}" destId="{E5B5E701-ACC1-4719-8675-F7E6CDDBA07C}" srcOrd="3" destOrd="0" parTransId="{B2C970DA-F492-47F0-AB9F-BB3CA26EC708}" sibTransId="{D82C2557-AEC8-4D9B-826F-35EE1CE7BE42}"/>
    <dgm:cxn modelId="{C9FC8C38-0208-4659-B24D-535A595ADF47}" srcId="{22C48BDB-6DD5-4F16-9301-1000979BD4F6}" destId="{7E86EEB4-8C80-43B1-A0C8-C42702C8AF63}" srcOrd="0" destOrd="0" parTransId="{F5B1B4D2-73BF-42F0-8AA2-AF9CBC710931}" sibTransId="{7A2321EA-D5C1-457B-8BF4-782B42BB5E66}"/>
    <dgm:cxn modelId="{0C8B8946-9B32-4D66-8F6A-1C24F26726EE}" type="presOf" srcId="{22C48BDB-6DD5-4F16-9301-1000979BD4F6}" destId="{CF877924-0487-4BD7-8602-0CDE82F1A062}" srcOrd="0" destOrd="0" presId="urn:microsoft.com/office/officeart/2018/2/layout/IconLabelList"/>
    <dgm:cxn modelId="{FE85B648-7A28-4BCE-9718-85F430877276}" srcId="{22C48BDB-6DD5-4F16-9301-1000979BD4F6}" destId="{50C228F8-B4A0-4FD2-9D66-3178CAEEECEE}" srcOrd="2" destOrd="0" parTransId="{7AA60549-07F5-42B1-9237-1DACB6D9CE55}" sibTransId="{0FD5D41F-55EB-496B-A088-69439584C883}"/>
    <dgm:cxn modelId="{AF4EDF6C-BE87-4652-B956-935725EB879E}" type="presOf" srcId="{E5B5E701-ACC1-4719-8675-F7E6CDDBA07C}" destId="{78C249A9-D2FE-41D0-B05F-E2297734B343}" srcOrd="0" destOrd="0" presId="urn:microsoft.com/office/officeart/2018/2/layout/IconLabelList"/>
    <dgm:cxn modelId="{712900B5-F9D6-4D1F-8FF8-DAF156746B5C}" type="presOf" srcId="{7E86EEB4-8C80-43B1-A0C8-C42702C8AF63}" destId="{D4199752-271D-4FE7-8E34-0941142BFE50}" srcOrd="0" destOrd="0" presId="urn:microsoft.com/office/officeart/2018/2/layout/IconLabelList"/>
    <dgm:cxn modelId="{7EA700B9-AA3A-431B-BECB-2F6F8BE2A9B7}" type="presOf" srcId="{50C228F8-B4A0-4FD2-9D66-3178CAEEECEE}" destId="{274D62AD-4907-4E7C-B5B5-3A45DFD1F7C9}" srcOrd="0" destOrd="0" presId="urn:microsoft.com/office/officeart/2018/2/layout/IconLabelList"/>
    <dgm:cxn modelId="{D65160C5-E90E-4D57-9C1E-39F2E0350CC2}" type="presOf" srcId="{8E2F8CAB-A5B7-4ADF-9ECF-BE4F54A753F4}" destId="{ED90D582-DDC3-463B-ACE4-300EAF5AA4F0}" srcOrd="0" destOrd="0" presId="urn:microsoft.com/office/officeart/2018/2/layout/IconLabelList"/>
    <dgm:cxn modelId="{C40F59DF-F766-4B9B-B2A4-161D4B078500}" srcId="{22C48BDB-6DD5-4F16-9301-1000979BD4F6}" destId="{8E2F8CAB-A5B7-4ADF-9ECF-BE4F54A753F4}" srcOrd="1" destOrd="0" parTransId="{542313A9-ACCF-40E4-8895-5F6E02944D25}" sibTransId="{985A1A7B-7A6E-41A0-B2FB-259BA3088000}"/>
    <dgm:cxn modelId="{E64F2F4A-ADBC-4E5E-9526-AC6BC4F353D1}" type="presParOf" srcId="{CF877924-0487-4BD7-8602-0CDE82F1A062}" destId="{4DDE74C8-046E-40E3-98CD-119E77B41D09}" srcOrd="0" destOrd="0" presId="urn:microsoft.com/office/officeart/2018/2/layout/IconLabelList"/>
    <dgm:cxn modelId="{5170ECC6-001F-4A09-BEE4-FA6503972596}" type="presParOf" srcId="{4DDE74C8-046E-40E3-98CD-119E77B41D09}" destId="{715E5B9F-B829-47CA-9025-359119851370}" srcOrd="0" destOrd="0" presId="urn:microsoft.com/office/officeart/2018/2/layout/IconLabelList"/>
    <dgm:cxn modelId="{7ED53CF3-3767-4DCA-A9D8-B2855EF51398}" type="presParOf" srcId="{4DDE74C8-046E-40E3-98CD-119E77B41D09}" destId="{B1EF5758-F0E2-46CB-8F30-BDEFAE0061DB}" srcOrd="1" destOrd="0" presId="urn:microsoft.com/office/officeart/2018/2/layout/IconLabelList"/>
    <dgm:cxn modelId="{19F3B53D-E0F0-42C9-A14D-3E8B26174799}" type="presParOf" srcId="{4DDE74C8-046E-40E3-98CD-119E77B41D09}" destId="{D4199752-271D-4FE7-8E34-0941142BFE50}" srcOrd="2" destOrd="0" presId="urn:microsoft.com/office/officeart/2018/2/layout/IconLabelList"/>
    <dgm:cxn modelId="{F82DD18B-6C8F-45BC-BBFF-1655BA2ED2DB}" type="presParOf" srcId="{CF877924-0487-4BD7-8602-0CDE82F1A062}" destId="{D3D93399-7787-4FD6-86CE-30F2999A07B8}" srcOrd="1" destOrd="0" presId="urn:microsoft.com/office/officeart/2018/2/layout/IconLabelList"/>
    <dgm:cxn modelId="{56A597D1-37DD-4FD9-AB3C-171445A56D56}" type="presParOf" srcId="{CF877924-0487-4BD7-8602-0CDE82F1A062}" destId="{A8A89774-D4B0-428F-B984-B657C108FD80}" srcOrd="2" destOrd="0" presId="urn:microsoft.com/office/officeart/2018/2/layout/IconLabelList"/>
    <dgm:cxn modelId="{345FD697-E2B1-486D-ADD2-CC8A023C4091}" type="presParOf" srcId="{A8A89774-D4B0-428F-B984-B657C108FD80}" destId="{7BD8EE70-93C4-4256-B573-8D5FE9D1C5F0}" srcOrd="0" destOrd="0" presId="urn:microsoft.com/office/officeart/2018/2/layout/IconLabelList"/>
    <dgm:cxn modelId="{A481B303-6D90-4B7C-9627-7A87CC64A752}" type="presParOf" srcId="{A8A89774-D4B0-428F-B984-B657C108FD80}" destId="{0106A2F9-4E1E-4CC6-80AB-17D34BF9004A}" srcOrd="1" destOrd="0" presId="urn:microsoft.com/office/officeart/2018/2/layout/IconLabelList"/>
    <dgm:cxn modelId="{3250D0AD-1830-4145-9116-3B6A56D7A490}" type="presParOf" srcId="{A8A89774-D4B0-428F-B984-B657C108FD80}" destId="{ED90D582-DDC3-463B-ACE4-300EAF5AA4F0}" srcOrd="2" destOrd="0" presId="urn:microsoft.com/office/officeart/2018/2/layout/IconLabelList"/>
    <dgm:cxn modelId="{0C5CBFB7-8C92-4560-908A-2F6881B9FE15}" type="presParOf" srcId="{CF877924-0487-4BD7-8602-0CDE82F1A062}" destId="{FD748D2B-A268-4866-9F63-BCFA6988B329}" srcOrd="3" destOrd="0" presId="urn:microsoft.com/office/officeart/2018/2/layout/IconLabelList"/>
    <dgm:cxn modelId="{09C7DDB2-3552-45D1-A45A-CF07B81D62EA}" type="presParOf" srcId="{CF877924-0487-4BD7-8602-0CDE82F1A062}" destId="{62F65208-1469-4F38-AFBE-FB0E3229E83E}" srcOrd="4" destOrd="0" presId="urn:microsoft.com/office/officeart/2018/2/layout/IconLabelList"/>
    <dgm:cxn modelId="{BAB4D8A6-85C8-46A4-A623-41C928BBFF35}" type="presParOf" srcId="{62F65208-1469-4F38-AFBE-FB0E3229E83E}" destId="{32E2CAAD-555B-496E-B088-9638D90A31B7}" srcOrd="0" destOrd="0" presId="urn:microsoft.com/office/officeart/2018/2/layout/IconLabelList"/>
    <dgm:cxn modelId="{FA7E60A5-9F2C-4CA0-9740-513837928B6F}" type="presParOf" srcId="{62F65208-1469-4F38-AFBE-FB0E3229E83E}" destId="{B7FA604A-B721-43A6-BB41-12C914089650}" srcOrd="1" destOrd="0" presId="urn:microsoft.com/office/officeart/2018/2/layout/IconLabelList"/>
    <dgm:cxn modelId="{EB8329EA-0E38-4443-B29E-508471F5A71A}" type="presParOf" srcId="{62F65208-1469-4F38-AFBE-FB0E3229E83E}" destId="{274D62AD-4907-4E7C-B5B5-3A45DFD1F7C9}" srcOrd="2" destOrd="0" presId="urn:microsoft.com/office/officeart/2018/2/layout/IconLabelList"/>
    <dgm:cxn modelId="{860E14EE-7A15-45AC-B5AD-533BDE7CE961}" type="presParOf" srcId="{CF877924-0487-4BD7-8602-0CDE82F1A062}" destId="{C815D540-6AA2-43DC-8E75-EF3506B6ACAD}" srcOrd="5" destOrd="0" presId="urn:microsoft.com/office/officeart/2018/2/layout/IconLabelList"/>
    <dgm:cxn modelId="{9987DCB8-1087-4C99-A855-B75A505AC1AD}" type="presParOf" srcId="{CF877924-0487-4BD7-8602-0CDE82F1A062}" destId="{154884F2-6056-4B9F-8EF0-A3A5D8B2CF57}" srcOrd="6" destOrd="0" presId="urn:microsoft.com/office/officeart/2018/2/layout/IconLabelList"/>
    <dgm:cxn modelId="{F59BDB98-2CD2-4C8A-A3AE-8AFA6148CE4D}" type="presParOf" srcId="{154884F2-6056-4B9F-8EF0-A3A5D8B2CF57}" destId="{E961B55A-D837-457A-B99E-3FAACB142F31}" srcOrd="0" destOrd="0" presId="urn:microsoft.com/office/officeart/2018/2/layout/IconLabelList"/>
    <dgm:cxn modelId="{8E6FF4B5-179B-4F34-A6BF-E957B8F035D7}" type="presParOf" srcId="{154884F2-6056-4B9F-8EF0-A3A5D8B2CF57}" destId="{3F383F8E-A73E-4147-96ED-CB2D863EC0A6}" srcOrd="1" destOrd="0" presId="urn:microsoft.com/office/officeart/2018/2/layout/IconLabelList"/>
    <dgm:cxn modelId="{5CE10227-E7CC-4836-9232-E8711A6694EF}" type="presParOf" srcId="{154884F2-6056-4B9F-8EF0-A3A5D8B2CF57}" destId="{78C249A9-D2FE-41D0-B05F-E2297734B34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6BEF46C-B5C2-42DF-A1F6-BB7E6FB4943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2464F484-6359-4C4A-81FF-B53ACF2546C6}">
      <dgm:prSet/>
      <dgm:spPr>
        <a:noFill/>
      </dgm:spPr>
      <dgm:t>
        <a:bodyPr/>
        <a:lstStyle/>
        <a:p>
          <a:pPr>
            <a:lnSpc>
              <a:spcPct val="100000"/>
            </a:lnSpc>
          </a:pPr>
          <a:r>
            <a:rPr lang="en-US"/>
            <a:t>Founded in 2025 in response to rising demand for affordable financial analytics</a:t>
          </a:r>
        </a:p>
      </dgm:t>
    </dgm:pt>
    <dgm:pt modelId="{D5BA8F3D-6A72-496D-8BEF-D8CFF966E030}" type="parTrans" cxnId="{0864F4F3-C86F-4B53-A6ED-BDCD75612F4F}">
      <dgm:prSet/>
      <dgm:spPr/>
      <dgm:t>
        <a:bodyPr/>
        <a:lstStyle/>
        <a:p>
          <a:endParaRPr lang="en-US"/>
        </a:p>
      </dgm:t>
    </dgm:pt>
    <dgm:pt modelId="{1FAE2C7B-308A-4094-82DE-5509ADCAE89A}" type="sibTrans" cxnId="{0864F4F3-C86F-4B53-A6ED-BDCD75612F4F}">
      <dgm:prSet/>
      <dgm:spPr/>
      <dgm:t>
        <a:bodyPr/>
        <a:lstStyle/>
        <a:p>
          <a:endParaRPr lang="en-US"/>
        </a:p>
      </dgm:t>
    </dgm:pt>
    <dgm:pt modelId="{A7DB296C-CF5C-49CB-B629-DC240A94C6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Built by finance students and early-career professionals</a:t>
          </a:r>
        </a:p>
      </dgm:t>
    </dgm:pt>
    <dgm:pt modelId="{658B01A1-3F17-46A4-A983-E56DFBF61014}" type="parTrans" cxnId="{7542A261-5095-4786-842F-60E55BCF6D18}">
      <dgm:prSet/>
      <dgm:spPr/>
      <dgm:t>
        <a:bodyPr/>
        <a:lstStyle/>
        <a:p>
          <a:endParaRPr lang="en-US"/>
        </a:p>
      </dgm:t>
    </dgm:pt>
    <dgm:pt modelId="{DE9AD0AB-A75C-4D74-91E8-F7EC59CBAE39}" type="sibTrans" cxnId="{7542A261-5095-4786-842F-60E55BCF6D18}">
      <dgm:prSet/>
      <dgm:spPr/>
      <dgm:t>
        <a:bodyPr/>
        <a:lstStyle/>
        <a:p>
          <a:endParaRPr lang="en-US"/>
        </a:p>
      </dgm:t>
    </dgm:pt>
    <dgm:pt modelId="{0D1FCFDC-A55C-4EBB-A219-5CCD71421E0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Developed with Python-based data processing and NLP techniques</a:t>
          </a:r>
        </a:p>
      </dgm:t>
    </dgm:pt>
    <dgm:pt modelId="{28D1D843-628D-4AAE-95D0-439D40ADBF88}" type="parTrans" cxnId="{18F5CAFB-055C-441E-A04B-14D95438B109}">
      <dgm:prSet/>
      <dgm:spPr/>
      <dgm:t>
        <a:bodyPr/>
        <a:lstStyle/>
        <a:p>
          <a:endParaRPr lang="en-US"/>
        </a:p>
      </dgm:t>
    </dgm:pt>
    <dgm:pt modelId="{B07B513E-515C-4F87-BCBA-629F20714743}" type="sibTrans" cxnId="{18F5CAFB-055C-441E-A04B-14D95438B109}">
      <dgm:prSet/>
      <dgm:spPr/>
      <dgm:t>
        <a:bodyPr/>
        <a:lstStyle/>
        <a:p>
          <a:endParaRPr lang="en-US"/>
        </a:p>
      </dgm:t>
    </dgm:pt>
    <dgm:pt modelId="{4A0DED7E-BCA4-48A4-8F5E-885C1DDF3B4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Cloud-based SaaS model designed for scalable growth</a:t>
          </a:r>
        </a:p>
      </dgm:t>
    </dgm:pt>
    <dgm:pt modelId="{2F338DC1-111D-462E-A3C8-33077E825D91}" type="parTrans" cxnId="{8C245B01-2075-420F-A7AD-619FB7C8D22C}">
      <dgm:prSet/>
      <dgm:spPr/>
      <dgm:t>
        <a:bodyPr/>
        <a:lstStyle/>
        <a:p>
          <a:endParaRPr lang="en-US"/>
        </a:p>
      </dgm:t>
    </dgm:pt>
    <dgm:pt modelId="{388C0F10-D39E-4F4C-BAED-8E781C3FE971}" type="sibTrans" cxnId="{8C245B01-2075-420F-A7AD-619FB7C8D22C}">
      <dgm:prSet/>
      <dgm:spPr/>
      <dgm:t>
        <a:bodyPr/>
        <a:lstStyle/>
        <a:p>
          <a:endParaRPr lang="en-US"/>
        </a:p>
      </dgm:t>
    </dgm:pt>
    <dgm:pt modelId="{C99D627B-0F5C-4DA9-A461-C6AEA2F91AF3}" type="pres">
      <dgm:prSet presAssocID="{36BEF46C-B5C2-42DF-A1F6-BB7E6FB49431}" presName="root" presStyleCnt="0">
        <dgm:presLayoutVars>
          <dgm:dir/>
          <dgm:resizeHandles val="exact"/>
        </dgm:presLayoutVars>
      </dgm:prSet>
      <dgm:spPr/>
    </dgm:pt>
    <dgm:pt modelId="{4CAAD994-9F84-4991-AD03-CB381C4E5D82}" type="pres">
      <dgm:prSet presAssocID="{2464F484-6359-4C4A-81FF-B53ACF2546C6}" presName="compNode" presStyleCnt="0"/>
      <dgm:spPr/>
    </dgm:pt>
    <dgm:pt modelId="{8027244A-D43B-46AF-B4C0-9FD84B847DDA}" type="pres">
      <dgm:prSet presAssocID="{2464F484-6359-4C4A-81FF-B53ACF2546C6}" presName="bgRect" presStyleLbl="bgShp" presStyleIdx="0" presStyleCnt="4"/>
      <dgm:spPr>
        <a:noFill/>
      </dgm:spPr>
    </dgm:pt>
    <dgm:pt modelId="{BA2B8173-14F4-4C1E-B328-BAB13D7F8E62}" type="pres">
      <dgm:prSet presAssocID="{2464F484-6359-4C4A-81FF-B53ACF2546C6}" presName="iconRect" presStyleLbl="node1" presStyleIdx="0" presStyleCnt="4"/>
      <dgm:spPr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82E0C794-7911-4C74-BCB5-F2723DDBE1CB}" type="pres">
      <dgm:prSet presAssocID="{2464F484-6359-4C4A-81FF-B53ACF2546C6}" presName="spaceRect" presStyleCnt="0"/>
      <dgm:spPr/>
    </dgm:pt>
    <dgm:pt modelId="{86BF0D35-C914-4649-B1E8-8D408DA83168}" type="pres">
      <dgm:prSet presAssocID="{2464F484-6359-4C4A-81FF-B53ACF2546C6}" presName="parTx" presStyleLbl="revTx" presStyleIdx="0" presStyleCnt="4">
        <dgm:presLayoutVars>
          <dgm:chMax val="0"/>
          <dgm:chPref val="0"/>
        </dgm:presLayoutVars>
      </dgm:prSet>
      <dgm:spPr/>
    </dgm:pt>
    <dgm:pt modelId="{A4A7B44A-5F1F-40DE-A954-6A9D8DA30112}" type="pres">
      <dgm:prSet presAssocID="{1FAE2C7B-308A-4094-82DE-5509ADCAE89A}" presName="sibTrans" presStyleCnt="0"/>
      <dgm:spPr/>
    </dgm:pt>
    <dgm:pt modelId="{9AEF5464-BF9F-4D18-8635-68E0BEA31783}" type="pres">
      <dgm:prSet presAssocID="{A7DB296C-CF5C-49CB-B629-DC240A94C612}" presName="compNode" presStyleCnt="0"/>
      <dgm:spPr/>
    </dgm:pt>
    <dgm:pt modelId="{953BD360-40B3-4720-8F9F-4EE695425720}" type="pres">
      <dgm:prSet presAssocID="{A7DB296C-CF5C-49CB-B629-DC240A94C612}" presName="bgRect" presStyleLbl="bgShp" presStyleIdx="1" presStyleCnt="4"/>
      <dgm:spPr>
        <a:noFill/>
      </dgm:spPr>
    </dgm:pt>
    <dgm:pt modelId="{1BCB7FB8-251B-4B08-B397-3FA8970274E7}" type="pres">
      <dgm:prSet presAssocID="{A7DB296C-CF5C-49CB-B629-DC240A94C61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hoolhouse"/>
        </a:ext>
      </dgm:extLst>
    </dgm:pt>
    <dgm:pt modelId="{548BF2AE-D347-4F59-9396-BF53581A1FFE}" type="pres">
      <dgm:prSet presAssocID="{A7DB296C-CF5C-49CB-B629-DC240A94C612}" presName="spaceRect" presStyleCnt="0"/>
      <dgm:spPr/>
    </dgm:pt>
    <dgm:pt modelId="{827B0BE0-3D54-4A0B-AB0E-5E7666BD3235}" type="pres">
      <dgm:prSet presAssocID="{A7DB296C-CF5C-49CB-B629-DC240A94C612}" presName="parTx" presStyleLbl="revTx" presStyleIdx="1" presStyleCnt="4">
        <dgm:presLayoutVars>
          <dgm:chMax val="0"/>
          <dgm:chPref val="0"/>
        </dgm:presLayoutVars>
      </dgm:prSet>
      <dgm:spPr/>
    </dgm:pt>
    <dgm:pt modelId="{D2E08EAC-040C-4BF4-A53A-A05A33A1838B}" type="pres">
      <dgm:prSet presAssocID="{DE9AD0AB-A75C-4D74-91E8-F7EC59CBAE39}" presName="sibTrans" presStyleCnt="0"/>
      <dgm:spPr/>
    </dgm:pt>
    <dgm:pt modelId="{E1F0CFD5-7B65-4F69-901B-257F1410A975}" type="pres">
      <dgm:prSet presAssocID="{0D1FCFDC-A55C-4EBB-A219-5CCD71421E0E}" presName="compNode" presStyleCnt="0"/>
      <dgm:spPr/>
    </dgm:pt>
    <dgm:pt modelId="{6140206A-A0DA-4EFE-BE4D-F9B33BB5291D}" type="pres">
      <dgm:prSet presAssocID="{0D1FCFDC-A55C-4EBB-A219-5CCD71421E0E}" presName="bgRect" presStyleLbl="bgShp" presStyleIdx="2" presStyleCnt="4"/>
      <dgm:spPr>
        <a:noFill/>
      </dgm:spPr>
    </dgm:pt>
    <dgm:pt modelId="{1CDF9C0B-1543-4D50-AC77-76F3B19812AE}" type="pres">
      <dgm:prSet presAssocID="{0D1FCFDC-A55C-4EBB-A219-5CCD71421E0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A15450D-60D8-4D5F-84F4-6FF77E934810}" type="pres">
      <dgm:prSet presAssocID="{0D1FCFDC-A55C-4EBB-A219-5CCD71421E0E}" presName="spaceRect" presStyleCnt="0"/>
      <dgm:spPr/>
    </dgm:pt>
    <dgm:pt modelId="{CBDFF934-035D-40EF-B611-37702FDA8A4F}" type="pres">
      <dgm:prSet presAssocID="{0D1FCFDC-A55C-4EBB-A219-5CCD71421E0E}" presName="parTx" presStyleLbl="revTx" presStyleIdx="2" presStyleCnt="4">
        <dgm:presLayoutVars>
          <dgm:chMax val="0"/>
          <dgm:chPref val="0"/>
        </dgm:presLayoutVars>
      </dgm:prSet>
      <dgm:spPr/>
    </dgm:pt>
    <dgm:pt modelId="{4A603C86-9BD0-42A4-A728-59EAC7D19FB0}" type="pres">
      <dgm:prSet presAssocID="{B07B513E-515C-4F87-BCBA-629F20714743}" presName="sibTrans" presStyleCnt="0"/>
      <dgm:spPr/>
    </dgm:pt>
    <dgm:pt modelId="{52E1671F-BD8F-47F5-9DAF-AC67993D6364}" type="pres">
      <dgm:prSet presAssocID="{4A0DED7E-BCA4-48A4-8F5E-885C1DDF3B41}" presName="compNode" presStyleCnt="0"/>
      <dgm:spPr/>
    </dgm:pt>
    <dgm:pt modelId="{A3DA71AE-F184-4D9A-90E7-96D7C583A001}" type="pres">
      <dgm:prSet presAssocID="{4A0DED7E-BCA4-48A4-8F5E-885C1DDF3B41}" presName="bgRect" presStyleLbl="bgShp" presStyleIdx="3" presStyleCnt="4"/>
      <dgm:spPr>
        <a:noFill/>
      </dgm:spPr>
    </dgm:pt>
    <dgm:pt modelId="{6E039165-961A-40C2-A40F-BD1189B92AFC}" type="pres">
      <dgm:prSet presAssocID="{4A0DED7E-BCA4-48A4-8F5E-885C1DDF3B4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7963CDC5-E16F-44E3-B7C1-6089B768674B}" type="pres">
      <dgm:prSet presAssocID="{4A0DED7E-BCA4-48A4-8F5E-885C1DDF3B41}" presName="spaceRect" presStyleCnt="0"/>
      <dgm:spPr/>
    </dgm:pt>
    <dgm:pt modelId="{E3BED7EA-25D5-42F7-93DE-1795D8B11DB7}" type="pres">
      <dgm:prSet presAssocID="{4A0DED7E-BCA4-48A4-8F5E-885C1DDF3B4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C245B01-2075-420F-A7AD-619FB7C8D22C}" srcId="{36BEF46C-B5C2-42DF-A1F6-BB7E6FB49431}" destId="{4A0DED7E-BCA4-48A4-8F5E-885C1DDF3B41}" srcOrd="3" destOrd="0" parTransId="{2F338DC1-111D-462E-A3C8-33077E825D91}" sibTransId="{388C0F10-D39E-4F4C-BAED-8E781C3FE971}"/>
    <dgm:cxn modelId="{4B92162F-7B02-438C-A53A-28092E558423}" type="presOf" srcId="{0D1FCFDC-A55C-4EBB-A219-5CCD71421E0E}" destId="{CBDFF934-035D-40EF-B611-37702FDA8A4F}" srcOrd="0" destOrd="0" presId="urn:microsoft.com/office/officeart/2018/2/layout/IconVerticalSolidList"/>
    <dgm:cxn modelId="{7542A261-5095-4786-842F-60E55BCF6D18}" srcId="{36BEF46C-B5C2-42DF-A1F6-BB7E6FB49431}" destId="{A7DB296C-CF5C-49CB-B629-DC240A94C612}" srcOrd="1" destOrd="0" parTransId="{658B01A1-3F17-46A4-A983-E56DFBF61014}" sibTransId="{DE9AD0AB-A75C-4D74-91E8-F7EC59CBAE39}"/>
    <dgm:cxn modelId="{2EF6E34F-FAD3-4FF0-B324-2BB1E203C33D}" type="presOf" srcId="{4A0DED7E-BCA4-48A4-8F5E-885C1DDF3B41}" destId="{E3BED7EA-25D5-42F7-93DE-1795D8B11DB7}" srcOrd="0" destOrd="0" presId="urn:microsoft.com/office/officeart/2018/2/layout/IconVerticalSolidList"/>
    <dgm:cxn modelId="{94092859-B6A5-4646-8A3A-AF7239724595}" type="presOf" srcId="{36BEF46C-B5C2-42DF-A1F6-BB7E6FB49431}" destId="{C99D627B-0F5C-4DA9-A461-C6AEA2F91AF3}" srcOrd="0" destOrd="0" presId="urn:microsoft.com/office/officeart/2018/2/layout/IconVerticalSolidList"/>
    <dgm:cxn modelId="{ED5905D0-DA1B-4305-AE3D-291BAFFF12EC}" type="presOf" srcId="{2464F484-6359-4C4A-81FF-B53ACF2546C6}" destId="{86BF0D35-C914-4649-B1E8-8D408DA83168}" srcOrd="0" destOrd="0" presId="urn:microsoft.com/office/officeart/2018/2/layout/IconVerticalSolidList"/>
    <dgm:cxn modelId="{5A48F1E6-056C-4C78-8FFF-4E231C761EA1}" type="presOf" srcId="{A7DB296C-CF5C-49CB-B629-DC240A94C612}" destId="{827B0BE0-3D54-4A0B-AB0E-5E7666BD3235}" srcOrd="0" destOrd="0" presId="urn:microsoft.com/office/officeart/2018/2/layout/IconVerticalSolidList"/>
    <dgm:cxn modelId="{0864F4F3-C86F-4B53-A6ED-BDCD75612F4F}" srcId="{36BEF46C-B5C2-42DF-A1F6-BB7E6FB49431}" destId="{2464F484-6359-4C4A-81FF-B53ACF2546C6}" srcOrd="0" destOrd="0" parTransId="{D5BA8F3D-6A72-496D-8BEF-D8CFF966E030}" sibTransId="{1FAE2C7B-308A-4094-82DE-5509ADCAE89A}"/>
    <dgm:cxn modelId="{18F5CAFB-055C-441E-A04B-14D95438B109}" srcId="{36BEF46C-B5C2-42DF-A1F6-BB7E6FB49431}" destId="{0D1FCFDC-A55C-4EBB-A219-5CCD71421E0E}" srcOrd="2" destOrd="0" parTransId="{28D1D843-628D-4AAE-95D0-439D40ADBF88}" sibTransId="{B07B513E-515C-4F87-BCBA-629F20714743}"/>
    <dgm:cxn modelId="{C04313A1-8305-4436-97A9-D2D4E6F2F023}" type="presParOf" srcId="{C99D627B-0F5C-4DA9-A461-C6AEA2F91AF3}" destId="{4CAAD994-9F84-4991-AD03-CB381C4E5D82}" srcOrd="0" destOrd="0" presId="urn:microsoft.com/office/officeart/2018/2/layout/IconVerticalSolidList"/>
    <dgm:cxn modelId="{02408000-49DA-4A6C-A795-047332FD629D}" type="presParOf" srcId="{4CAAD994-9F84-4991-AD03-CB381C4E5D82}" destId="{8027244A-D43B-46AF-B4C0-9FD84B847DDA}" srcOrd="0" destOrd="0" presId="urn:microsoft.com/office/officeart/2018/2/layout/IconVerticalSolidList"/>
    <dgm:cxn modelId="{38F38845-787D-4849-9079-67EE80F1BCE5}" type="presParOf" srcId="{4CAAD994-9F84-4991-AD03-CB381C4E5D82}" destId="{BA2B8173-14F4-4C1E-B328-BAB13D7F8E62}" srcOrd="1" destOrd="0" presId="urn:microsoft.com/office/officeart/2018/2/layout/IconVerticalSolidList"/>
    <dgm:cxn modelId="{7F899D1A-7D3F-40C2-B6A1-03F964C41FF4}" type="presParOf" srcId="{4CAAD994-9F84-4991-AD03-CB381C4E5D82}" destId="{82E0C794-7911-4C74-BCB5-F2723DDBE1CB}" srcOrd="2" destOrd="0" presId="urn:microsoft.com/office/officeart/2018/2/layout/IconVerticalSolidList"/>
    <dgm:cxn modelId="{DC3A4765-5C99-4D15-97E8-922C0FEBB974}" type="presParOf" srcId="{4CAAD994-9F84-4991-AD03-CB381C4E5D82}" destId="{86BF0D35-C914-4649-B1E8-8D408DA83168}" srcOrd="3" destOrd="0" presId="urn:microsoft.com/office/officeart/2018/2/layout/IconVerticalSolidList"/>
    <dgm:cxn modelId="{9DB35942-46FD-46E4-A0C0-24534AF4CA5F}" type="presParOf" srcId="{C99D627B-0F5C-4DA9-A461-C6AEA2F91AF3}" destId="{A4A7B44A-5F1F-40DE-A954-6A9D8DA30112}" srcOrd="1" destOrd="0" presId="urn:microsoft.com/office/officeart/2018/2/layout/IconVerticalSolidList"/>
    <dgm:cxn modelId="{63970FE2-BBBA-4CD4-84D6-131070A3A9E1}" type="presParOf" srcId="{C99D627B-0F5C-4DA9-A461-C6AEA2F91AF3}" destId="{9AEF5464-BF9F-4D18-8635-68E0BEA31783}" srcOrd="2" destOrd="0" presId="urn:microsoft.com/office/officeart/2018/2/layout/IconVerticalSolidList"/>
    <dgm:cxn modelId="{0040FFA3-9CF5-4388-8261-C9C9E44AF7A6}" type="presParOf" srcId="{9AEF5464-BF9F-4D18-8635-68E0BEA31783}" destId="{953BD360-40B3-4720-8F9F-4EE695425720}" srcOrd="0" destOrd="0" presId="urn:microsoft.com/office/officeart/2018/2/layout/IconVerticalSolidList"/>
    <dgm:cxn modelId="{F54E8871-5912-4A7A-A8AE-6D4428CDBB86}" type="presParOf" srcId="{9AEF5464-BF9F-4D18-8635-68E0BEA31783}" destId="{1BCB7FB8-251B-4B08-B397-3FA8970274E7}" srcOrd="1" destOrd="0" presId="urn:microsoft.com/office/officeart/2018/2/layout/IconVerticalSolidList"/>
    <dgm:cxn modelId="{4E338DBF-D3B3-446F-AF76-CC87BB09B98A}" type="presParOf" srcId="{9AEF5464-BF9F-4D18-8635-68E0BEA31783}" destId="{548BF2AE-D347-4F59-9396-BF53581A1FFE}" srcOrd="2" destOrd="0" presId="urn:microsoft.com/office/officeart/2018/2/layout/IconVerticalSolidList"/>
    <dgm:cxn modelId="{0A8316F5-F6FC-4DB3-BD12-1AF2A9C8D43F}" type="presParOf" srcId="{9AEF5464-BF9F-4D18-8635-68E0BEA31783}" destId="{827B0BE0-3D54-4A0B-AB0E-5E7666BD3235}" srcOrd="3" destOrd="0" presId="urn:microsoft.com/office/officeart/2018/2/layout/IconVerticalSolidList"/>
    <dgm:cxn modelId="{4D90FAC0-DB79-45C1-8DD4-E6A22D59574A}" type="presParOf" srcId="{C99D627B-0F5C-4DA9-A461-C6AEA2F91AF3}" destId="{D2E08EAC-040C-4BF4-A53A-A05A33A1838B}" srcOrd="3" destOrd="0" presId="urn:microsoft.com/office/officeart/2018/2/layout/IconVerticalSolidList"/>
    <dgm:cxn modelId="{87B50B8F-305E-4369-BEE5-AE915BE932FA}" type="presParOf" srcId="{C99D627B-0F5C-4DA9-A461-C6AEA2F91AF3}" destId="{E1F0CFD5-7B65-4F69-901B-257F1410A975}" srcOrd="4" destOrd="0" presId="urn:microsoft.com/office/officeart/2018/2/layout/IconVerticalSolidList"/>
    <dgm:cxn modelId="{C34CFF2B-C7E5-4F3A-93AD-778C9E294E8D}" type="presParOf" srcId="{E1F0CFD5-7B65-4F69-901B-257F1410A975}" destId="{6140206A-A0DA-4EFE-BE4D-F9B33BB5291D}" srcOrd="0" destOrd="0" presId="urn:microsoft.com/office/officeart/2018/2/layout/IconVerticalSolidList"/>
    <dgm:cxn modelId="{A5BCC3D0-CE0A-4E93-8DAF-5C1260C38D59}" type="presParOf" srcId="{E1F0CFD5-7B65-4F69-901B-257F1410A975}" destId="{1CDF9C0B-1543-4D50-AC77-76F3B19812AE}" srcOrd="1" destOrd="0" presId="urn:microsoft.com/office/officeart/2018/2/layout/IconVerticalSolidList"/>
    <dgm:cxn modelId="{1EC0D69E-F359-451C-88BD-24E87FD79564}" type="presParOf" srcId="{E1F0CFD5-7B65-4F69-901B-257F1410A975}" destId="{BA15450D-60D8-4D5F-84F4-6FF77E934810}" srcOrd="2" destOrd="0" presId="urn:microsoft.com/office/officeart/2018/2/layout/IconVerticalSolidList"/>
    <dgm:cxn modelId="{6427D17D-C89D-4E14-8C44-CA4C808C7981}" type="presParOf" srcId="{E1F0CFD5-7B65-4F69-901B-257F1410A975}" destId="{CBDFF934-035D-40EF-B611-37702FDA8A4F}" srcOrd="3" destOrd="0" presId="urn:microsoft.com/office/officeart/2018/2/layout/IconVerticalSolidList"/>
    <dgm:cxn modelId="{68610C35-07B6-4733-9C46-79A473CD5B39}" type="presParOf" srcId="{C99D627B-0F5C-4DA9-A461-C6AEA2F91AF3}" destId="{4A603C86-9BD0-42A4-A728-59EAC7D19FB0}" srcOrd="5" destOrd="0" presId="urn:microsoft.com/office/officeart/2018/2/layout/IconVerticalSolidList"/>
    <dgm:cxn modelId="{C9247217-532D-4D66-9430-4C8C8A137CF5}" type="presParOf" srcId="{C99D627B-0F5C-4DA9-A461-C6AEA2F91AF3}" destId="{52E1671F-BD8F-47F5-9DAF-AC67993D6364}" srcOrd="6" destOrd="0" presId="urn:microsoft.com/office/officeart/2018/2/layout/IconVerticalSolidList"/>
    <dgm:cxn modelId="{CD7A08A0-3F6D-4A98-ACC6-3C854D2A8862}" type="presParOf" srcId="{52E1671F-BD8F-47F5-9DAF-AC67993D6364}" destId="{A3DA71AE-F184-4D9A-90E7-96D7C583A001}" srcOrd="0" destOrd="0" presId="urn:microsoft.com/office/officeart/2018/2/layout/IconVerticalSolidList"/>
    <dgm:cxn modelId="{14B8D1D9-EAF0-40B9-86EE-F17470CC3C70}" type="presParOf" srcId="{52E1671F-BD8F-47F5-9DAF-AC67993D6364}" destId="{6E039165-961A-40C2-A40F-BD1189B92AFC}" srcOrd="1" destOrd="0" presId="urn:microsoft.com/office/officeart/2018/2/layout/IconVerticalSolidList"/>
    <dgm:cxn modelId="{CA7D8575-A4BD-499C-9662-42BF4A1265BA}" type="presParOf" srcId="{52E1671F-BD8F-47F5-9DAF-AC67993D6364}" destId="{7963CDC5-E16F-44E3-B7C1-6089B768674B}" srcOrd="2" destOrd="0" presId="urn:microsoft.com/office/officeart/2018/2/layout/IconVerticalSolidList"/>
    <dgm:cxn modelId="{23897974-3F36-48B8-BD31-0B073D3147B6}" type="presParOf" srcId="{52E1671F-BD8F-47F5-9DAF-AC67993D6364}" destId="{E3BED7EA-25D5-42F7-93DE-1795D8B11DB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B68CCB4-E2F8-4102-B937-C83E952FE7C3}" type="doc">
      <dgm:prSet loTypeId="urn:microsoft.com/office/officeart/2005/8/layout/matrix3" loCatId="matrix" qsTypeId="urn:microsoft.com/office/officeart/2005/8/quickstyle/simple1" qsCatId="simple" csTypeId="urn:microsoft.com/office/officeart/2005/8/colors/accent1_5" csCatId="accent1"/>
      <dgm:spPr/>
      <dgm:t>
        <a:bodyPr/>
        <a:lstStyle/>
        <a:p>
          <a:endParaRPr lang="en-US"/>
        </a:p>
      </dgm:t>
    </dgm:pt>
    <dgm:pt modelId="{694786DD-D750-49A3-B642-51C9A60B5B5F}">
      <dgm:prSet/>
      <dgm:spPr/>
      <dgm:t>
        <a:bodyPr/>
        <a:lstStyle/>
        <a:p>
          <a:r>
            <a:rPr lang="en-US"/>
            <a:t>Aggregates financial news from multiple reputable sources</a:t>
          </a:r>
        </a:p>
      </dgm:t>
    </dgm:pt>
    <dgm:pt modelId="{1A6075D9-2F00-4C4E-8AC7-352B56755E43}" type="parTrans" cxnId="{3597FB97-EBDD-4E8F-B68D-E2720F936971}">
      <dgm:prSet/>
      <dgm:spPr/>
      <dgm:t>
        <a:bodyPr/>
        <a:lstStyle/>
        <a:p>
          <a:endParaRPr lang="en-US"/>
        </a:p>
      </dgm:t>
    </dgm:pt>
    <dgm:pt modelId="{C2C17E3D-D731-4DE0-B9F0-43BBF281373C}" type="sibTrans" cxnId="{3597FB97-EBDD-4E8F-B68D-E2720F936971}">
      <dgm:prSet/>
      <dgm:spPr/>
      <dgm:t>
        <a:bodyPr/>
        <a:lstStyle/>
        <a:p>
          <a:endParaRPr lang="en-US"/>
        </a:p>
      </dgm:t>
    </dgm:pt>
    <dgm:pt modelId="{AA4B16C3-1FDB-43FB-9208-0630A18A8A3E}">
      <dgm:prSet/>
      <dgm:spPr/>
      <dgm:t>
        <a:bodyPr/>
        <a:lstStyle/>
        <a:p>
          <a:r>
            <a:rPr lang="en-US"/>
            <a:t>Tokenizes and filters key terms to remove irrelevant content</a:t>
          </a:r>
        </a:p>
      </dgm:t>
    </dgm:pt>
    <dgm:pt modelId="{00700AFF-ADAC-496D-A21A-78E66AC8DA84}" type="parTrans" cxnId="{46FC750E-4DE1-4112-9954-1BF6C324A2B2}">
      <dgm:prSet/>
      <dgm:spPr/>
      <dgm:t>
        <a:bodyPr/>
        <a:lstStyle/>
        <a:p>
          <a:endParaRPr lang="en-US"/>
        </a:p>
      </dgm:t>
    </dgm:pt>
    <dgm:pt modelId="{E24E9B6E-C073-44B0-A52A-75CF30C7DC89}" type="sibTrans" cxnId="{46FC750E-4DE1-4112-9954-1BF6C324A2B2}">
      <dgm:prSet/>
      <dgm:spPr/>
      <dgm:t>
        <a:bodyPr/>
        <a:lstStyle/>
        <a:p>
          <a:endParaRPr lang="en-US"/>
        </a:p>
      </dgm:t>
    </dgm:pt>
    <dgm:pt modelId="{327E03D6-ACC5-4B0A-BFB5-20E6746F04D8}">
      <dgm:prSet/>
      <dgm:spPr/>
      <dgm:t>
        <a:bodyPr/>
        <a:lstStyle/>
        <a:p>
          <a:r>
            <a:rPr lang="en-US"/>
            <a:t>Ranks articles based on relevance to market activity</a:t>
          </a:r>
        </a:p>
      </dgm:t>
    </dgm:pt>
    <dgm:pt modelId="{6ABAC14C-AA10-4F2E-83CE-91F699BFD3A1}" type="parTrans" cxnId="{752161B0-F78F-42BE-8556-BCB06CB1B953}">
      <dgm:prSet/>
      <dgm:spPr/>
      <dgm:t>
        <a:bodyPr/>
        <a:lstStyle/>
        <a:p>
          <a:endParaRPr lang="en-US"/>
        </a:p>
      </dgm:t>
    </dgm:pt>
    <dgm:pt modelId="{994008A8-8171-45E7-AAE6-B6EBEAAD13FA}" type="sibTrans" cxnId="{752161B0-F78F-42BE-8556-BCB06CB1B953}">
      <dgm:prSet/>
      <dgm:spPr/>
      <dgm:t>
        <a:bodyPr/>
        <a:lstStyle/>
        <a:p>
          <a:endParaRPr lang="en-US"/>
        </a:p>
      </dgm:t>
    </dgm:pt>
    <dgm:pt modelId="{51745753-C435-4562-942D-E3984A369B6F}">
      <dgm:prSet/>
      <dgm:spPr/>
      <dgm:t>
        <a:bodyPr/>
        <a:lstStyle/>
        <a:p>
          <a:r>
            <a:rPr lang="en-US"/>
            <a:t>Delivers insights through a streamlined, user-friendly dashboard</a:t>
          </a:r>
        </a:p>
      </dgm:t>
    </dgm:pt>
    <dgm:pt modelId="{4382C9BC-04C3-499C-8249-A3D6956ADB4A}" type="parTrans" cxnId="{E6ADA60E-E62A-48C2-9430-64F6CA9B4F46}">
      <dgm:prSet/>
      <dgm:spPr/>
      <dgm:t>
        <a:bodyPr/>
        <a:lstStyle/>
        <a:p>
          <a:endParaRPr lang="en-US"/>
        </a:p>
      </dgm:t>
    </dgm:pt>
    <dgm:pt modelId="{D6C84771-620F-4CFA-A0BA-EDE226D29C9B}" type="sibTrans" cxnId="{E6ADA60E-E62A-48C2-9430-64F6CA9B4F46}">
      <dgm:prSet/>
      <dgm:spPr/>
      <dgm:t>
        <a:bodyPr/>
        <a:lstStyle/>
        <a:p>
          <a:endParaRPr lang="en-US"/>
        </a:p>
      </dgm:t>
    </dgm:pt>
    <dgm:pt modelId="{E08EF8AB-6BA2-412D-B92E-7D7AD2568816}" type="pres">
      <dgm:prSet presAssocID="{EB68CCB4-E2F8-4102-B937-C83E952FE7C3}" presName="matrix" presStyleCnt="0">
        <dgm:presLayoutVars>
          <dgm:chMax val="1"/>
          <dgm:dir/>
          <dgm:resizeHandles val="exact"/>
        </dgm:presLayoutVars>
      </dgm:prSet>
      <dgm:spPr/>
    </dgm:pt>
    <dgm:pt modelId="{20022778-1ABA-462A-9E48-191D4B8390CD}" type="pres">
      <dgm:prSet presAssocID="{EB68CCB4-E2F8-4102-B937-C83E952FE7C3}" presName="diamond" presStyleLbl="bgShp" presStyleIdx="0" presStyleCnt="1"/>
      <dgm:spPr>
        <a:solidFill>
          <a:schemeClr val="accent2"/>
        </a:solidFill>
      </dgm:spPr>
    </dgm:pt>
    <dgm:pt modelId="{266C656B-5911-44EC-802F-8C6C4FE9E4DB}" type="pres">
      <dgm:prSet presAssocID="{EB68CCB4-E2F8-4102-B937-C83E952FE7C3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0BE7902-E538-4DDD-AF01-2AD672EAD1C4}" type="pres">
      <dgm:prSet presAssocID="{EB68CCB4-E2F8-4102-B937-C83E952FE7C3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AED80AB-986B-42DE-96EA-D1AF238007DC}" type="pres">
      <dgm:prSet presAssocID="{EB68CCB4-E2F8-4102-B937-C83E952FE7C3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E8A4705-9EF0-4E0D-88BA-170A37980FC1}" type="pres">
      <dgm:prSet presAssocID="{EB68CCB4-E2F8-4102-B937-C83E952FE7C3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6FC750E-4DE1-4112-9954-1BF6C324A2B2}" srcId="{EB68CCB4-E2F8-4102-B937-C83E952FE7C3}" destId="{AA4B16C3-1FDB-43FB-9208-0630A18A8A3E}" srcOrd="1" destOrd="0" parTransId="{00700AFF-ADAC-496D-A21A-78E66AC8DA84}" sibTransId="{E24E9B6E-C073-44B0-A52A-75CF30C7DC89}"/>
    <dgm:cxn modelId="{E6ADA60E-E62A-48C2-9430-64F6CA9B4F46}" srcId="{EB68CCB4-E2F8-4102-B937-C83E952FE7C3}" destId="{51745753-C435-4562-942D-E3984A369B6F}" srcOrd="3" destOrd="0" parTransId="{4382C9BC-04C3-499C-8249-A3D6956ADB4A}" sibTransId="{D6C84771-620F-4CFA-A0BA-EDE226D29C9B}"/>
    <dgm:cxn modelId="{7C41A12C-207A-492D-8D21-2505CB5F74FB}" type="presOf" srcId="{AA4B16C3-1FDB-43FB-9208-0630A18A8A3E}" destId="{40BE7902-E538-4DDD-AF01-2AD672EAD1C4}" srcOrd="0" destOrd="0" presId="urn:microsoft.com/office/officeart/2005/8/layout/matrix3"/>
    <dgm:cxn modelId="{067D2067-9E9A-4026-9F61-510638F122A8}" type="presOf" srcId="{51745753-C435-4562-942D-E3984A369B6F}" destId="{7E8A4705-9EF0-4E0D-88BA-170A37980FC1}" srcOrd="0" destOrd="0" presId="urn:microsoft.com/office/officeart/2005/8/layout/matrix3"/>
    <dgm:cxn modelId="{211C5750-4999-43ED-A95D-F3D831027A2D}" type="presOf" srcId="{327E03D6-ACC5-4B0A-BFB5-20E6746F04D8}" destId="{EAED80AB-986B-42DE-96EA-D1AF238007DC}" srcOrd="0" destOrd="0" presId="urn:microsoft.com/office/officeart/2005/8/layout/matrix3"/>
    <dgm:cxn modelId="{3597FB97-EBDD-4E8F-B68D-E2720F936971}" srcId="{EB68CCB4-E2F8-4102-B937-C83E952FE7C3}" destId="{694786DD-D750-49A3-B642-51C9A60B5B5F}" srcOrd="0" destOrd="0" parTransId="{1A6075D9-2F00-4C4E-8AC7-352B56755E43}" sibTransId="{C2C17E3D-D731-4DE0-B9F0-43BBF281373C}"/>
    <dgm:cxn modelId="{752161B0-F78F-42BE-8556-BCB06CB1B953}" srcId="{EB68CCB4-E2F8-4102-B937-C83E952FE7C3}" destId="{327E03D6-ACC5-4B0A-BFB5-20E6746F04D8}" srcOrd="2" destOrd="0" parTransId="{6ABAC14C-AA10-4F2E-83CE-91F699BFD3A1}" sibTransId="{994008A8-8171-45E7-AAE6-B6EBEAAD13FA}"/>
    <dgm:cxn modelId="{F9F937C8-236C-46F9-9CC8-1579CBA79DEE}" type="presOf" srcId="{694786DD-D750-49A3-B642-51C9A60B5B5F}" destId="{266C656B-5911-44EC-802F-8C6C4FE9E4DB}" srcOrd="0" destOrd="0" presId="urn:microsoft.com/office/officeart/2005/8/layout/matrix3"/>
    <dgm:cxn modelId="{84B2EAFC-02D5-4976-A6D7-D2FC97270AC4}" type="presOf" srcId="{EB68CCB4-E2F8-4102-B937-C83E952FE7C3}" destId="{E08EF8AB-6BA2-412D-B92E-7D7AD2568816}" srcOrd="0" destOrd="0" presId="urn:microsoft.com/office/officeart/2005/8/layout/matrix3"/>
    <dgm:cxn modelId="{1B75190A-172B-4C34-8EF9-575FA2D5CA05}" type="presParOf" srcId="{E08EF8AB-6BA2-412D-B92E-7D7AD2568816}" destId="{20022778-1ABA-462A-9E48-191D4B8390CD}" srcOrd="0" destOrd="0" presId="urn:microsoft.com/office/officeart/2005/8/layout/matrix3"/>
    <dgm:cxn modelId="{25F34D15-D5DF-43A7-898C-14B32751B193}" type="presParOf" srcId="{E08EF8AB-6BA2-412D-B92E-7D7AD2568816}" destId="{266C656B-5911-44EC-802F-8C6C4FE9E4DB}" srcOrd="1" destOrd="0" presId="urn:microsoft.com/office/officeart/2005/8/layout/matrix3"/>
    <dgm:cxn modelId="{FA0DBC57-20DE-48B4-88B5-91B44413E27D}" type="presParOf" srcId="{E08EF8AB-6BA2-412D-B92E-7D7AD2568816}" destId="{40BE7902-E538-4DDD-AF01-2AD672EAD1C4}" srcOrd="2" destOrd="0" presId="urn:microsoft.com/office/officeart/2005/8/layout/matrix3"/>
    <dgm:cxn modelId="{5C2E044F-8A86-4D69-B7FA-C38C10ABCEF5}" type="presParOf" srcId="{E08EF8AB-6BA2-412D-B92E-7D7AD2568816}" destId="{EAED80AB-986B-42DE-96EA-D1AF238007DC}" srcOrd="3" destOrd="0" presId="urn:microsoft.com/office/officeart/2005/8/layout/matrix3"/>
    <dgm:cxn modelId="{646514AF-8D5F-4DFE-978F-D7A6E099268B}" type="presParOf" srcId="{E08EF8AB-6BA2-412D-B92E-7D7AD2568816}" destId="{7E8A4705-9EF0-4E0D-88BA-170A37980FC1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19137AD-D09F-43EA-9D4B-6E70EE8E0509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E500589-94A9-4DC4-B9A2-210C3C4770CF}">
      <dgm:prSet/>
      <dgm:spPr/>
      <dgm:t>
        <a:bodyPr/>
        <a:lstStyle/>
        <a:p>
          <a:pPr>
            <a:defRPr cap="all"/>
          </a:pPr>
          <a:r>
            <a:rPr lang="en-US"/>
            <a:t>Targets individual investors, students, and small organizations</a:t>
          </a:r>
        </a:p>
      </dgm:t>
    </dgm:pt>
    <dgm:pt modelId="{269EE1B4-5F36-46FA-88FA-83B6E1A24BF1}" type="parTrans" cxnId="{5252B1DB-2435-499B-B7EF-07EA9409B95F}">
      <dgm:prSet/>
      <dgm:spPr/>
      <dgm:t>
        <a:bodyPr/>
        <a:lstStyle/>
        <a:p>
          <a:endParaRPr lang="en-US"/>
        </a:p>
      </dgm:t>
    </dgm:pt>
    <dgm:pt modelId="{D4801B43-2CA6-4DAB-B2D1-F9E041200D96}" type="sibTrans" cxnId="{5252B1DB-2435-499B-B7EF-07EA9409B95F}">
      <dgm:prSet/>
      <dgm:spPr/>
      <dgm:t>
        <a:bodyPr/>
        <a:lstStyle/>
        <a:p>
          <a:endParaRPr lang="en-US"/>
        </a:p>
      </dgm:t>
    </dgm:pt>
    <dgm:pt modelId="{750A8CA7-22E2-4C5C-90CB-449A4C4A6753}">
      <dgm:prSet/>
      <dgm:spPr/>
      <dgm:t>
        <a:bodyPr/>
        <a:lstStyle/>
        <a:p>
          <a:pPr>
            <a:defRPr cap="all"/>
          </a:pPr>
          <a:r>
            <a:rPr lang="en-US"/>
            <a:t>Serves as a complementary alternative to Bloomberg and FactSet</a:t>
          </a:r>
        </a:p>
      </dgm:t>
    </dgm:pt>
    <dgm:pt modelId="{BBCBD177-1EBF-4DEF-A764-E05FF462745C}" type="parTrans" cxnId="{56AC9DB2-BF85-4321-B6E6-6B7FE947C99D}">
      <dgm:prSet/>
      <dgm:spPr/>
      <dgm:t>
        <a:bodyPr/>
        <a:lstStyle/>
        <a:p>
          <a:endParaRPr lang="en-US"/>
        </a:p>
      </dgm:t>
    </dgm:pt>
    <dgm:pt modelId="{8B987970-B438-4F76-B9FC-0317E41C40DF}" type="sibTrans" cxnId="{56AC9DB2-BF85-4321-B6E6-6B7FE947C99D}">
      <dgm:prSet/>
      <dgm:spPr/>
      <dgm:t>
        <a:bodyPr/>
        <a:lstStyle/>
        <a:p>
          <a:endParaRPr lang="en-US"/>
        </a:p>
      </dgm:t>
    </dgm:pt>
    <dgm:pt modelId="{F57E0933-3118-40FB-A391-745193FB4C74}">
      <dgm:prSet/>
      <dgm:spPr/>
      <dgm:t>
        <a:bodyPr/>
        <a:lstStyle/>
        <a:p>
          <a:pPr>
            <a:defRPr cap="all"/>
          </a:pPr>
          <a:r>
            <a:rPr lang="en-US"/>
            <a:t>Emphasizes affordability, impartiality, and usability</a:t>
          </a:r>
        </a:p>
      </dgm:t>
    </dgm:pt>
    <dgm:pt modelId="{92E324BC-7E37-4194-B7C8-1E078966E6F7}" type="parTrans" cxnId="{3DDD7284-17ED-4E56-A074-0CE02C079F42}">
      <dgm:prSet/>
      <dgm:spPr/>
      <dgm:t>
        <a:bodyPr/>
        <a:lstStyle/>
        <a:p>
          <a:endParaRPr lang="en-US"/>
        </a:p>
      </dgm:t>
    </dgm:pt>
    <dgm:pt modelId="{655A5E18-C1E3-4980-8C99-21ECFAC4451E}" type="sibTrans" cxnId="{3DDD7284-17ED-4E56-A074-0CE02C079F42}">
      <dgm:prSet/>
      <dgm:spPr/>
      <dgm:t>
        <a:bodyPr/>
        <a:lstStyle/>
        <a:p>
          <a:endParaRPr lang="en-US"/>
        </a:p>
      </dgm:t>
    </dgm:pt>
    <dgm:pt modelId="{3DA67636-3038-4301-A977-BD1A8585EDDC}">
      <dgm:prSet/>
      <dgm:spPr/>
      <dgm:t>
        <a:bodyPr/>
        <a:lstStyle/>
        <a:p>
          <a:pPr>
            <a:defRPr cap="all"/>
          </a:pPr>
          <a:r>
            <a:rPr lang="en-US"/>
            <a:t>Avoids advisory or instructional positioning to reduce regulatory risk</a:t>
          </a:r>
        </a:p>
      </dgm:t>
    </dgm:pt>
    <dgm:pt modelId="{BC5D612D-EE14-45C4-B579-4CEF09461D17}" type="parTrans" cxnId="{312A3BF7-B251-4CDB-9FA1-C746C7C658A4}">
      <dgm:prSet/>
      <dgm:spPr/>
      <dgm:t>
        <a:bodyPr/>
        <a:lstStyle/>
        <a:p>
          <a:endParaRPr lang="en-US"/>
        </a:p>
      </dgm:t>
    </dgm:pt>
    <dgm:pt modelId="{02E6E0EE-C30C-484D-B023-7B88DCAFE0F9}" type="sibTrans" cxnId="{312A3BF7-B251-4CDB-9FA1-C746C7C658A4}">
      <dgm:prSet/>
      <dgm:spPr/>
      <dgm:t>
        <a:bodyPr/>
        <a:lstStyle/>
        <a:p>
          <a:endParaRPr lang="en-US"/>
        </a:p>
      </dgm:t>
    </dgm:pt>
    <dgm:pt modelId="{34CFA0A5-7542-4991-A219-FFB5F03B7239}" type="pres">
      <dgm:prSet presAssocID="{119137AD-D09F-43EA-9D4B-6E70EE8E0509}" presName="root" presStyleCnt="0">
        <dgm:presLayoutVars>
          <dgm:dir/>
          <dgm:resizeHandles val="exact"/>
        </dgm:presLayoutVars>
      </dgm:prSet>
      <dgm:spPr/>
    </dgm:pt>
    <dgm:pt modelId="{26BADA43-2002-4AEF-86E2-A93B309876B7}" type="pres">
      <dgm:prSet presAssocID="{1E500589-94A9-4DC4-B9A2-210C3C4770CF}" presName="compNode" presStyleCnt="0"/>
      <dgm:spPr/>
    </dgm:pt>
    <dgm:pt modelId="{46DF7AD2-9596-415B-80AF-AD544C3114AB}" type="pres">
      <dgm:prSet presAssocID="{1E500589-94A9-4DC4-B9A2-210C3C4770CF}" presName="iconBgRect" presStyleLbl="bgShp" presStyleIdx="0" presStyleCnt="4"/>
      <dgm:spPr/>
    </dgm:pt>
    <dgm:pt modelId="{8D5E8D86-06B0-47E6-9C21-CC32679C65D4}" type="pres">
      <dgm:prSet presAssocID="{1E500589-94A9-4DC4-B9A2-210C3C4770C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A2DF11BB-A16B-4426-91DE-BDA0C6D93034}" type="pres">
      <dgm:prSet presAssocID="{1E500589-94A9-4DC4-B9A2-210C3C4770CF}" presName="spaceRect" presStyleCnt="0"/>
      <dgm:spPr/>
    </dgm:pt>
    <dgm:pt modelId="{E67EDB03-BD29-4BFC-ABDA-ACF69FFC637C}" type="pres">
      <dgm:prSet presAssocID="{1E500589-94A9-4DC4-B9A2-210C3C4770CF}" presName="textRect" presStyleLbl="revTx" presStyleIdx="0" presStyleCnt="4">
        <dgm:presLayoutVars>
          <dgm:chMax val="1"/>
          <dgm:chPref val="1"/>
        </dgm:presLayoutVars>
      </dgm:prSet>
      <dgm:spPr/>
    </dgm:pt>
    <dgm:pt modelId="{DD3CBE90-DA02-4896-A28E-06866E9CDE00}" type="pres">
      <dgm:prSet presAssocID="{D4801B43-2CA6-4DAB-B2D1-F9E041200D96}" presName="sibTrans" presStyleCnt="0"/>
      <dgm:spPr/>
    </dgm:pt>
    <dgm:pt modelId="{04C5B690-8714-4E18-88AB-FE7ADB6C3C17}" type="pres">
      <dgm:prSet presAssocID="{750A8CA7-22E2-4C5C-90CB-449A4C4A6753}" presName="compNode" presStyleCnt="0"/>
      <dgm:spPr/>
    </dgm:pt>
    <dgm:pt modelId="{68699BC3-851E-4ACA-9E20-007E7E68197B}" type="pres">
      <dgm:prSet presAssocID="{750A8CA7-22E2-4C5C-90CB-449A4C4A6753}" presName="iconBgRect" presStyleLbl="bgShp" presStyleIdx="1" presStyleCnt="4"/>
      <dgm:spPr/>
    </dgm:pt>
    <dgm:pt modelId="{C3C54154-AAD5-4FD8-AAB6-F97D957F9E6C}" type="pres">
      <dgm:prSet presAssocID="{750A8CA7-22E2-4C5C-90CB-449A4C4A675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7B08324-4979-424F-926A-8F91A96AC076}" type="pres">
      <dgm:prSet presAssocID="{750A8CA7-22E2-4C5C-90CB-449A4C4A6753}" presName="spaceRect" presStyleCnt="0"/>
      <dgm:spPr/>
    </dgm:pt>
    <dgm:pt modelId="{BF362A4B-82D0-4D6D-AFBB-6ACDB1B4FB27}" type="pres">
      <dgm:prSet presAssocID="{750A8CA7-22E2-4C5C-90CB-449A4C4A6753}" presName="textRect" presStyleLbl="revTx" presStyleIdx="1" presStyleCnt="4">
        <dgm:presLayoutVars>
          <dgm:chMax val="1"/>
          <dgm:chPref val="1"/>
        </dgm:presLayoutVars>
      </dgm:prSet>
      <dgm:spPr/>
    </dgm:pt>
    <dgm:pt modelId="{43488965-F23D-475F-B75F-3CD415B125C1}" type="pres">
      <dgm:prSet presAssocID="{8B987970-B438-4F76-B9FC-0317E41C40DF}" presName="sibTrans" presStyleCnt="0"/>
      <dgm:spPr/>
    </dgm:pt>
    <dgm:pt modelId="{CA8E95DB-1FAF-4E9E-B892-69AF40E1D7FD}" type="pres">
      <dgm:prSet presAssocID="{F57E0933-3118-40FB-A391-745193FB4C74}" presName="compNode" presStyleCnt="0"/>
      <dgm:spPr/>
    </dgm:pt>
    <dgm:pt modelId="{B27E225C-EE6A-4FBB-A7D7-724A9C138340}" type="pres">
      <dgm:prSet presAssocID="{F57E0933-3118-40FB-A391-745193FB4C74}" presName="iconBgRect" presStyleLbl="bgShp" presStyleIdx="2" presStyleCnt="4"/>
      <dgm:spPr/>
    </dgm:pt>
    <dgm:pt modelId="{3F46CD33-106B-4B23-AC85-15886353FB3E}" type="pres">
      <dgm:prSet presAssocID="{F57E0933-3118-40FB-A391-745193FB4C7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03DE7C0B-D0B2-4AF1-BEF4-BE32656AB6B8}" type="pres">
      <dgm:prSet presAssocID="{F57E0933-3118-40FB-A391-745193FB4C74}" presName="spaceRect" presStyleCnt="0"/>
      <dgm:spPr/>
    </dgm:pt>
    <dgm:pt modelId="{009F59D6-3A01-4496-A538-E92E9BDB88B0}" type="pres">
      <dgm:prSet presAssocID="{F57E0933-3118-40FB-A391-745193FB4C74}" presName="textRect" presStyleLbl="revTx" presStyleIdx="2" presStyleCnt="4">
        <dgm:presLayoutVars>
          <dgm:chMax val="1"/>
          <dgm:chPref val="1"/>
        </dgm:presLayoutVars>
      </dgm:prSet>
      <dgm:spPr/>
    </dgm:pt>
    <dgm:pt modelId="{7D9914AD-363C-4AE9-8F42-237E86704764}" type="pres">
      <dgm:prSet presAssocID="{655A5E18-C1E3-4980-8C99-21ECFAC4451E}" presName="sibTrans" presStyleCnt="0"/>
      <dgm:spPr/>
    </dgm:pt>
    <dgm:pt modelId="{95368162-94CF-432B-9A7C-D074B8E14874}" type="pres">
      <dgm:prSet presAssocID="{3DA67636-3038-4301-A977-BD1A8585EDDC}" presName="compNode" presStyleCnt="0"/>
      <dgm:spPr/>
    </dgm:pt>
    <dgm:pt modelId="{5604DEF5-A62E-4D0B-8D5A-9D52963C053E}" type="pres">
      <dgm:prSet presAssocID="{3DA67636-3038-4301-A977-BD1A8585EDDC}" presName="iconBgRect" presStyleLbl="bgShp" presStyleIdx="3" presStyleCnt="4"/>
      <dgm:spPr/>
    </dgm:pt>
    <dgm:pt modelId="{3557CCFF-22E8-481D-9580-6D540B0A266F}" type="pres">
      <dgm:prSet presAssocID="{3DA67636-3038-4301-A977-BD1A8585EDD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033AD560-2916-4CC0-A27C-BD0C462F9FAF}" type="pres">
      <dgm:prSet presAssocID="{3DA67636-3038-4301-A977-BD1A8585EDDC}" presName="spaceRect" presStyleCnt="0"/>
      <dgm:spPr/>
    </dgm:pt>
    <dgm:pt modelId="{91E534A4-25CF-4224-8740-FF95268494AF}" type="pres">
      <dgm:prSet presAssocID="{3DA67636-3038-4301-A977-BD1A8585EDD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2B25126-7642-49B6-A848-2F6DF02E231C}" type="presOf" srcId="{119137AD-D09F-43EA-9D4B-6E70EE8E0509}" destId="{34CFA0A5-7542-4991-A219-FFB5F03B7239}" srcOrd="0" destOrd="0" presId="urn:microsoft.com/office/officeart/2018/5/layout/IconCircleLabelList"/>
    <dgm:cxn modelId="{47B06729-2E46-42BE-9AA9-C3C285DAB476}" type="presOf" srcId="{3DA67636-3038-4301-A977-BD1A8585EDDC}" destId="{91E534A4-25CF-4224-8740-FF95268494AF}" srcOrd="0" destOrd="0" presId="urn:microsoft.com/office/officeart/2018/5/layout/IconCircleLabelList"/>
    <dgm:cxn modelId="{3DDD7284-17ED-4E56-A074-0CE02C079F42}" srcId="{119137AD-D09F-43EA-9D4B-6E70EE8E0509}" destId="{F57E0933-3118-40FB-A391-745193FB4C74}" srcOrd="2" destOrd="0" parTransId="{92E324BC-7E37-4194-B7C8-1E078966E6F7}" sibTransId="{655A5E18-C1E3-4980-8C99-21ECFAC4451E}"/>
    <dgm:cxn modelId="{7F3B2090-0EC1-445D-99B7-52A90E95CCB9}" type="presOf" srcId="{1E500589-94A9-4DC4-B9A2-210C3C4770CF}" destId="{E67EDB03-BD29-4BFC-ABDA-ACF69FFC637C}" srcOrd="0" destOrd="0" presId="urn:microsoft.com/office/officeart/2018/5/layout/IconCircleLabelList"/>
    <dgm:cxn modelId="{BA4C26B1-51C7-41C7-9F38-3F6366C322FD}" type="presOf" srcId="{750A8CA7-22E2-4C5C-90CB-449A4C4A6753}" destId="{BF362A4B-82D0-4D6D-AFBB-6ACDB1B4FB27}" srcOrd="0" destOrd="0" presId="urn:microsoft.com/office/officeart/2018/5/layout/IconCircleLabelList"/>
    <dgm:cxn modelId="{56AC9DB2-BF85-4321-B6E6-6B7FE947C99D}" srcId="{119137AD-D09F-43EA-9D4B-6E70EE8E0509}" destId="{750A8CA7-22E2-4C5C-90CB-449A4C4A6753}" srcOrd="1" destOrd="0" parTransId="{BBCBD177-1EBF-4DEF-A764-E05FF462745C}" sibTransId="{8B987970-B438-4F76-B9FC-0317E41C40DF}"/>
    <dgm:cxn modelId="{EA5008CB-2BF1-4C09-BDB1-EF5A19B1E707}" type="presOf" srcId="{F57E0933-3118-40FB-A391-745193FB4C74}" destId="{009F59D6-3A01-4496-A538-E92E9BDB88B0}" srcOrd="0" destOrd="0" presId="urn:microsoft.com/office/officeart/2018/5/layout/IconCircleLabelList"/>
    <dgm:cxn modelId="{5252B1DB-2435-499B-B7EF-07EA9409B95F}" srcId="{119137AD-D09F-43EA-9D4B-6E70EE8E0509}" destId="{1E500589-94A9-4DC4-B9A2-210C3C4770CF}" srcOrd="0" destOrd="0" parTransId="{269EE1B4-5F36-46FA-88FA-83B6E1A24BF1}" sibTransId="{D4801B43-2CA6-4DAB-B2D1-F9E041200D96}"/>
    <dgm:cxn modelId="{312A3BF7-B251-4CDB-9FA1-C746C7C658A4}" srcId="{119137AD-D09F-43EA-9D4B-6E70EE8E0509}" destId="{3DA67636-3038-4301-A977-BD1A8585EDDC}" srcOrd="3" destOrd="0" parTransId="{BC5D612D-EE14-45C4-B579-4CEF09461D17}" sibTransId="{02E6E0EE-C30C-484D-B023-7B88DCAFE0F9}"/>
    <dgm:cxn modelId="{319767BC-6D8B-4037-91CB-657142CA182E}" type="presParOf" srcId="{34CFA0A5-7542-4991-A219-FFB5F03B7239}" destId="{26BADA43-2002-4AEF-86E2-A93B309876B7}" srcOrd="0" destOrd="0" presId="urn:microsoft.com/office/officeart/2018/5/layout/IconCircleLabelList"/>
    <dgm:cxn modelId="{D0E082B3-5D35-4CB7-9CD2-DEB2CC6FF62D}" type="presParOf" srcId="{26BADA43-2002-4AEF-86E2-A93B309876B7}" destId="{46DF7AD2-9596-415B-80AF-AD544C3114AB}" srcOrd="0" destOrd="0" presId="urn:microsoft.com/office/officeart/2018/5/layout/IconCircleLabelList"/>
    <dgm:cxn modelId="{1CA31EE7-8F92-451C-AB97-3880C04A4645}" type="presParOf" srcId="{26BADA43-2002-4AEF-86E2-A93B309876B7}" destId="{8D5E8D86-06B0-47E6-9C21-CC32679C65D4}" srcOrd="1" destOrd="0" presId="urn:microsoft.com/office/officeart/2018/5/layout/IconCircleLabelList"/>
    <dgm:cxn modelId="{DF296BC5-D711-4769-99F4-1558410BB12E}" type="presParOf" srcId="{26BADA43-2002-4AEF-86E2-A93B309876B7}" destId="{A2DF11BB-A16B-4426-91DE-BDA0C6D93034}" srcOrd="2" destOrd="0" presId="urn:microsoft.com/office/officeart/2018/5/layout/IconCircleLabelList"/>
    <dgm:cxn modelId="{E7C5D7B1-DB2A-4D15-A242-F3E430EB5D9E}" type="presParOf" srcId="{26BADA43-2002-4AEF-86E2-A93B309876B7}" destId="{E67EDB03-BD29-4BFC-ABDA-ACF69FFC637C}" srcOrd="3" destOrd="0" presId="urn:microsoft.com/office/officeart/2018/5/layout/IconCircleLabelList"/>
    <dgm:cxn modelId="{D371326C-A915-40F1-9D56-9FA516BFA603}" type="presParOf" srcId="{34CFA0A5-7542-4991-A219-FFB5F03B7239}" destId="{DD3CBE90-DA02-4896-A28E-06866E9CDE00}" srcOrd="1" destOrd="0" presId="urn:microsoft.com/office/officeart/2018/5/layout/IconCircleLabelList"/>
    <dgm:cxn modelId="{03AC3A99-F3F6-45D1-A622-3652ADC1B90C}" type="presParOf" srcId="{34CFA0A5-7542-4991-A219-FFB5F03B7239}" destId="{04C5B690-8714-4E18-88AB-FE7ADB6C3C17}" srcOrd="2" destOrd="0" presId="urn:microsoft.com/office/officeart/2018/5/layout/IconCircleLabelList"/>
    <dgm:cxn modelId="{B1F0729C-4534-4E2E-BECD-DD1C3E16E99B}" type="presParOf" srcId="{04C5B690-8714-4E18-88AB-FE7ADB6C3C17}" destId="{68699BC3-851E-4ACA-9E20-007E7E68197B}" srcOrd="0" destOrd="0" presId="urn:microsoft.com/office/officeart/2018/5/layout/IconCircleLabelList"/>
    <dgm:cxn modelId="{B1B9146D-73EA-47BB-8EAD-60B5A992E0CC}" type="presParOf" srcId="{04C5B690-8714-4E18-88AB-FE7ADB6C3C17}" destId="{C3C54154-AAD5-4FD8-AAB6-F97D957F9E6C}" srcOrd="1" destOrd="0" presId="urn:microsoft.com/office/officeart/2018/5/layout/IconCircleLabelList"/>
    <dgm:cxn modelId="{75D76524-D31A-44B0-9502-437893EA5942}" type="presParOf" srcId="{04C5B690-8714-4E18-88AB-FE7ADB6C3C17}" destId="{A7B08324-4979-424F-926A-8F91A96AC076}" srcOrd="2" destOrd="0" presId="urn:microsoft.com/office/officeart/2018/5/layout/IconCircleLabelList"/>
    <dgm:cxn modelId="{0F2B269B-10D8-4901-9CD6-80AC8580AF08}" type="presParOf" srcId="{04C5B690-8714-4E18-88AB-FE7ADB6C3C17}" destId="{BF362A4B-82D0-4D6D-AFBB-6ACDB1B4FB27}" srcOrd="3" destOrd="0" presId="urn:microsoft.com/office/officeart/2018/5/layout/IconCircleLabelList"/>
    <dgm:cxn modelId="{DB256B96-1B5D-4812-A42A-E3BF247AF081}" type="presParOf" srcId="{34CFA0A5-7542-4991-A219-FFB5F03B7239}" destId="{43488965-F23D-475F-B75F-3CD415B125C1}" srcOrd="3" destOrd="0" presId="urn:microsoft.com/office/officeart/2018/5/layout/IconCircleLabelList"/>
    <dgm:cxn modelId="{9ECF5104-480F-4515-B0AA-1003A828AF32}" type="presParOf" srcId="{34CFA0A5-7542-4991-A219-FFB5F03B7239}" destId="{CA8E95DB-1FAF-4E9E-B892-69AF40E1D7FD}" srcOrd="4" destOrd="0" presId="urn:microsoft.com/office/officeart/2018/5/layout/IconCircleLabelList"/>
    <dgm:cxn modelId="{96546A20-610C-4D8C-B528-118427878AEE}" type="presParOf" srcId="{CA8E95DB-1FAF-4E9E-B892-69AF40E1D7FD}" destId="{B27E225C-EE6A-4FBB-A7D7-724A9C138340}" srcOrd="0" destOrd="0" presId="urn:microsoft.com/office/officeart/2018/5/layout/IconCircleLabelList"/>
    <dgm:cxn modelId="{28FAA02D-FF40-4523-821E-CAC911AA7371}" type="presParOf" srcId="{CA8E95DB-1FAF-4E9E-B892-69AF40E1D7FD}" destId="{3F46CD33-106B-4B23-AC85-15886353FB3E}" srcOrd="1" destOrd="0" presId="urn:microsoft.com/office/officeart/2018/5/layout/IconCircleLabelList"/>
    <dgm:cxn modelId="{9AEFCBAD-7930-43AA-9F84-9411917E1FC0}" type="presParOf" srcId="{CA8E95DB-1FAF-4E9E-B892-69AF40E1D7FD}" destId="{03DE7C0B-D0B2-4AF1-BEF4-BE32656AB6B8}" srcOrd="2" destOrd="0" presId="urn:microsoft.com/office/officeart/2018/5/layout/IconCircleLabelList"/>
    <dgm:cxn modelId="{A0BBC0D7-945B-4820-AB86-FE377BBF27B0}" type="presParOf" srcId="{CA8E95DB-1FAF-4E9E-B892-69AF40E1D7FD}" destId="{009F59D6-3A01-4496-A538-E92E9BDB88B0}" srcOrd="3" destOrd="0" presId="urn:microsoft.com/office/officeart/2018/5/layout/IconCircleLabelList"/>
    <dgm:cxn modelId="{82156BA0-7EE3-402C-81F7-99EE330D5D47}" type="presParOf" srcId="{34CFA0A5-7542-4991-A219-FFB5F03B7239}" destId="{7D9914AD-363C-4AE9-8F42-237E86704764}" srcOrd="5" destOrd="0" presId="urn:microsoft.com/office/officeart/2018/5/layout/IconCircleLabelList"/>
    <dgm:cxn modelId="{CFB205FA-D9EB-490A-8EB5-622E2BE915D5}" type="presParOf" srcId="{34CFA0A5-7542-4991-A219-FFB5F03B7239}" destId="{95368162-94CF-432B-9A7C-D074B8E14874}" srcOrd="6" destOrd="0" presId="urn:microsoft.com/office/officeart/2018/5/layout/IconCircleLabelList"/>
    <dgm:cxn modelId="{434019C0-69DD-4A38-9202-A6CB8833D255}" type="presParOf" srcId="{95368162-94CF-432B-9A7C-D074B8E14874}" destId="{5604DEF5-A62E-4D0B-8D5A-9D52963C053E}" srcOrd="0" destOrd="0" presId="urn:microsoft.com/office/officeart/2018/5/layout/IconCircleLabelList"/>
    <dgm:cxn modelId="{735E0117-2AA7-48DF-A579-7EA9572D6425}" type="presParOf" srcId="{95368162-94CF-432B-9A7C-D074B8E14874}" destId="{3557CCFF-22E8-481D-9580-6D540B0A266F}" srcOrd="1" destOrd="0" presId="urn:microsoft.com/office/officeart/2018/5/layout/IconCircleLabelList"/>
    <dgm:cxn modelId="{961CC7AC-6070-4BA7-B5AD-7FF214C9A0CC}" type="presParOf" srcId="{95368162-94CF-432B-9A7C-D074B8E14874}" destId="{033AD560-2916-4CC0-A27C-BD0C462F9FAF}" srcOrd="2" destOrd="0" presId="urn:microsoft.com/office/officeart/2018/5/layout/IconCircleLabelList"/>
    <dgm:cxn modelId="{CDACF23C-613A-4BD3-B87B-648B3BA5C3A9}" type="presParOf" srcId="{95368162-94CF-432B-9A7C-D074B8E14874}" destId="{91E534A4-25CF-4224-8740-FF95268494A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5E5B9F-B829-47CA-9025-359119851370}">
      <dsp:nvSpPr>
        <dsp:cNvPr id="0" name=""/>
        <dsp:cNvSpPr/>
      </dsp:nvSpPr>
      <dsp:spPr>
        <a:xfrm>
          <a:off x="755847" y="274452"/>
          <a:ext cx="1058484" cy="105848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199752-271D-4FE7-8E34-0941142BFE50}">
      <dsp:nvSpPr>
        <dsp:cNvPr id="0" name=""/>
        <dsp:cNvSpPr/>
      </dsp:nvSpPr>
      <dsp:spPr>
        <a:xfrm>
          <a:off x="108995" y="1652976"/>
          <a:ext cx="23521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SaaS-based platform that aggregates and ranks financial articles in real time</a:t>
          </a:r>
        </a:p>
      </dsp:txBody>
      <dsp:txXfrm>
        <a:off x="108995" y="1652976"/>
        <a:ext cx="2352187" cy="720000"/>
      </dsp:txXfrm>
    </dsp:sp>
    <dsp:sp modelId="{7BD8EE70-93C4-4256-B573-8D5FE9D1C5F0}">
      <dsp:nvSpPr>
        <dsp:cNvPr id="0" name=""/>
        <dsp:cNvSpPr/>
      </dsp:nvSpPr>
      <dsp:spPr>
        <a:xfrm>
          <a:off x="3519667" y="274452"/>
          <a:ext cx="1058484" cy="105848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90D582-DDC3-463B-ACE4-300EAF5AA4F0}">
      <dsp:nvSpPr>
        <dsp:cNvPr id="0" name=""/>
        <dsp:cNvSpPr/>
      </dsp:nvSpPr>
      <dsp:spPr>
        <a:xfrm>
          <a:off x="2872815" y="1652976"/>
          <a:ext cx="23521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Uses keyword tokenization and correlation analysis to surface relevant information</a:t>
          </a:r>
        </a:p>
      </dsp:txBody>
      <dsp:txXfrm>
        <a:off x="2872815" y="1652976"/>
        <a:ext cx="2352187" cy="720000"/>
      </dsp:txXfrm>
    </dsp:sp>
    <dsp:sp modelId="{32E2CAAD-555B-496E-B088-9638D90A31B7}">
      <dsp:nvSpPr>
        <dsp:cNvPr id="0" name=""/>
        <dsp:cNvSpPr/>
      </dsp:nvSpPr>
      <dsp:spPr>
        <a:xfrm>
          <a:off x="755847" y="2961023"/>
          <a:ext cx="1058484" cy="105848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4D62AD-4907-4E7C-B5B5-3A45DFD1F7C9}">
      <dsp:nvSpPr>
        <dsp:cNvPr id="0" name=""/>
        <dsp:cNvSpPr/>
      </dsp:nvSpPr>
      <dsp:spPr>
        <a:xfrm>
          <a:off x="108995" y="4339547"/>
          <a:ext cx="23521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Designed for individuals and organizations priced out of institutional platforms</a:t>
          </a:r>
        </a:p>
      </dsp:txBody>
      <dsp:txXfrm>
        <a:off x="108995" y="4339547"/>
        <a:ext cx="2352187" cy="720000"/>
      </dsp:txXfrm>
    </dsp:sp>
    <dsp:sp modelId="{E961B55A-D837-457A-B99E-3FAACB142F31}">
      <dsp:nvSpPr>
        <dsp:cNvPr id="0" name=""/>
        <dsp:cNvSpPr/>
      </dsp:nvSpPr>
      <dsp:spPr>
        <a:xfrm>
          <a:off x="3519667" y="2961023"/>
          <a:ext cx="1058484" cy="105848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C249A9-D2FE-41D0-B05F-E2297734B343}">
      <dsp:nvSpPr>
        <dsp:cNvPr id="0" name=""/>
        <dsp:cNvSpPr/>
      </dsp:nvSpPr>
      <dsp:spPr>
        <a:xfrm>
          <a:off x="2872815" y="4339547"/>
          <a:ext cx="23521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Focuses on clarity, accessibility, and affordability rather than exhaustive datasets</a:t>
          </a:r>
        </a:p>
      </dsp:txBody>
      <dsp:txXfrm>
        <a:off x="2872815" y="4339547"/>
        <a:ext cx="2352187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27244A-D43B-46AF-B4C0-9FD84B847DDA}">
      <dsp:nvSpPr>
        <dsp:cNvPr id="0" name=""/>
        <dsp:cNvSpPr/>
      </dsp:nvSpPr>
      <dsp:spPr>
        <a:xfrm>
          <a:off x="0" y="1581"/>
          <a:ext cx="9238434" cy="801439"/>
        </a:xfrm>
        <a:prstGeom prst="roundRect">
          <a:avLst>
            <a:gd name="adj" fmla="val 1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2B8173-14F4-4C1E-B328-BAB13D7F8E62}">
      <dsp:nvSpPr>
        <dsp:cNvPr id="0" name=""/>
        <dsp:cNvSpPr/>
      </dsp:nvSpPr>
      <dsp:spPr>
        <a:xfrm>
          <a:off x="242435" y="181905"/>
          <a:ext cx="440791" cy="440791"/>
        </a:xfrm>
        <a:prstGeom prst="rect">
          <a:avLst/>
        </a:prstGeom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BF0D35-C914-4649-B1E8-8D408DA83168}">
      <dsp:nvSpPr>
        <dsp:cNvPr id="0" name=""/>
        <dsp:cNvSpPr/>
      </dsp:nvSpPr>
      <dsp:spPr>
        <a:xfrm>
          <a:off x="925662" y="1581"/>
          <a:ext cx="8312771" cy="8014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19" tIns="84819" rIns="84819" bIns="84819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Founded in 2025 in response to rising demand for affordable financial analytics</a:t>
          </a:r>
        </a:p>
      </dsp:txBody>
      <dsp:txXfrm>
        <a:off x="925662" y="1581"/>
        <a:ext cx="8312771" cy="801439"/>
      </dsp:txXfrm>
    </dsp:sp>
    <dsp:sp modelId="{953BD360-40B3-4720-8F9F-4EE695425720}">
      <dsp:nvSpPr>
        <dsp:cNvPr id="0" name=""/>
        <dsp:cNvSpPr/>
      </dsp:nvSpPr>
      <dsp:spPr>
        <a:xfrm>
          <a:off x="0" y="1003380"/>
          <a:ext cx="9238434" cy="801439"/>
        </a:xfrm>
        <a:prstGeom prst="roundRect">
          <a:avLst>
            <a:gd name="adj" fmla="val 1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CB7FB8-251B-4B08-B397-3FA8970274E7}">
      <dsp:nvSpPr>
        <dsp:cNvPr id="0" name=""/>
        <dsp:cNvSpPr/>
      </dsp:nvSpPr>
      <dsp:spPr>
        <a:xfrm>
          <a:off x="242435" y="1183704"/>
          <a:ext cx="440791" cy="4407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7B0BE0-3D54-4A0B-AB0E-5E7666BD3235}">
      <dsp:nvSpPr>
        <dsp:cNvPr id="0" name=""/>
        <dsp:cNvSpPr/>
      </dsp:nvSpPr>
      <dsp:spPr>
        <a:xfrm>
          <a:off x="925662" y="1003380"/>
          <a:ext cx="8312771" cy="8014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19" tIns="84819" rIns="84819" bIns="84819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Built by finance students and early-career professionals</a:t>
          </a:r>
        </a:p>
      </dsp:txBody>
      <dsp:txXfrm>
        <a:off x="925662" y="1003380"/>
        <a:ext cx="8312771" cy="801439"/>
      </dsp:txXfrm>
    </dsp:sp>
    <dsp:sp modelId="{6140206A-A0DA-4EFE-BE4D-F9B33BB5291D}">
      <dsp:nvSpPr>
        <dsp:cNvPr id="0" name=""/>
        <dsp:cNvSpPr/>
      </dsp:nvSpPr>
      <dsp:spPr>
        <a:xfrm>
          <a:off x="0" y="2005179"/>
          <a:ext cx="9238434" cy="801439"/>
        </a:xfrm>
        <a:prstGeom prst="roundRect">
          <a:avLst>
            <a:gd name="adj" fmla="val 1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DF9C0B-1543-4D50-AC77-76F3B19812AE}">
      <dsp:nvSpPr>
        <dsp:cNvPr id="0" name=""/>
        <dsp:cNvSpPr/>
      </dsp:nvSpPr>
      <dsp:spPr>
        <a:xfrm>
          <a:off x="242435" y="2185503"/>
          <a:ext cx="440791" cy="44079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DFF934-035D-40EF-B611-37702FDA8A4F}">
      <dsp:nvSpPr>
        <dsp:cNvPr id="0" name=""/>
        <dsp:cNvSpPr/>
      </dsp:nvSpPr>
      <dsp:spPr>
        <a:xfrm>
          <a:off x="925662" y="2005179"/>
          <a:ext cx="8312771" cy="8014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19" tIns="84819" rIns="84819" bIns="84819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Developed with Python-based data processing and NLP techniques</a:t>
          </a:r>
        </a:p>
      </dsp:txBody>
      <dsp:txXfrm>
        <a:off x="925662" y="2005179"/>
        <a:ext cx="8312771" cy="801439"/>
      </dsp:txXfrm>
    </dsp:sp>
    <dsp:sp modelId="{A3DA71AE-F184-4D9A-90E7-96D7C583A001}">
      <dsp:nvSpPr>
        <dsp:cNvPr id="0" name=""/>
        <dsp:cNvSpPr/>
      </dsp:nvSpPr>
      <dsp:spPr>
        <a:xfrm>
          <a:off x="0" y="3006979"/>
          <a:ext cx="9238434" cy="801439"/>
        </a:xfrm>
        <a:prstGeom prst="roundRect">
          <a:avLst>
            <a:gd name="adj" fmla="val 1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039165-961A-40C2-A40F-BD1189B92AFC}">
      <dsp:nvSpPr>
        <dsp:cNvPr id="0" name=""/>
        <dsp:cNvSpPr/>
      </dsp:nvSpPr>
      <dsp:spPr>
        <a:xfrm>
          <a:off x="242435" y="3187303"/>
          <a:ext cx="440791" cy="44079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BED7EA-25D5-42F7-93DE-1795D8B11DB7}">
      <dsp:nvSpPr>
        <dsp:cNvPr id="0" name=""/>
        <dsp:cNvSpPr/>
      </dsp:nvSpPr>
      <dsp:spPr>
        <a:xfrm>
          <a:off x="925662" y="3006979"/>
          <a:ext cx="8312771" cy="8014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19" tIns="84819" rIns="84819" bIns="84819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Cloud-based SaaS model designed for scalable growth</a:t>
          </a:r>
        </a:p>
      </dsp:txBody>
      <dsp:txXfrm>
        <a:off x="925662" y="3006979"/>
        <a:ext cx="8312771" cy="80143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022778-1ABA-462A-9E48-191D4B8390CD}">
      <dsp:nvSpPr>
        <dsp:cNvPr id="0" name=""/>
        <dsp:cNvSpPr/>
      </dsp:nvSpPr>
      <dsp:spPr>
        <a:xfrm>
          <a:off x="0" y="0"/>
          <a:ext cx="5333999" cy="5333999"/>
        </a:xfrm>
        <a:prstGeom prst="diamond">
          <a:avLst/>
        </a:prstGeom>
        <a:solidFill>
          <a:schemeClr val="accent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6C656B-5911-44EC-802F-8C6C4FE9E4DB}">
      <dsp:nvSpPr>
        <dsp:cNvPr id="0" name=""/>
        <dsp:cNvSpPr/>
      </dsp:nvSpPr>
      <dsp:spPr>
        <a:xfrm>
          <a:off x="506729" y="506730"/>
          <a:ext cx="2080259" cy="2080259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Aggregates financial news from multiple reputable sources</a:t>
          </a:r>
        </a:p>
      </dsp:txBody>
      <dsp:txXfrm>
        <a:off x="608279" y="608280"/>
        <a:ext cx="1877159" cy="1877159"/>
      </dsp:txXfrm>
    </dsp:sp>
    <dsp:sp modelId="{40BE7902-E538-4DDD-AF01-2AD672EAD1C4}">
      <dsp:nvSpPr>
        <dsp:cNvPr id="0" name=""/>
        <dsp:cNvSpPr/>
      </dsp:nvSpPr>
      <dsp:spPr>
        <a:xfrm>
          <a:off x="2747009" y="506730"/>
          <a:ext cx="2080259" cy="2080259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13333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Tokenizes and filters key terms to remove irrelevant content</a:t>
          </a:r>
        </a:p>
      </dsp:txBody>
      <dsp:txXfrm>
        <a:off x="2848559" y="608280"/>
        <a:ext cx="1877159" cy="1877159"/>
      </dsp:txXfrm>
    </dsp:sp>
    <dsp:sp modelId="{EAED80AB-986B-42DE-96EA-D1AF238007DC}">
      <dsp:nvSpPr>
        <dsp:cNvPr id="0" name=""/>
        <dsp:cNvSpPr/>
      </dsp:nvSpPr>
      <dsp:spPr>
        <a:xfrm>
          <a:off x="506729" y="2747009"/>
          <a:ext cx="2080259" cy="2080259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26667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Ranks articles based on relevance to market activity</a:t>
          </a:r>
        </a:p>
      </dsp:txBody>
      <dsp:txXfrm>
        <a:off x="608279" y="2848559"/>
        <a:ext cx="1877159" cy="1877159"/>
      </dsp:txXfrm>
    </dsp:sp>
    <dsp:sp modelId="{7E8A4705-9EF0-4E0D-88BA-170A37980FC1}">
      <dsp:nvSpPr>
        <dsp:cNvPr id="0" name=""/>
        <dsp:cNvSpPr/>
      </dsp:nvSpPr>
      <dsp:spPr>
        <a:xfrm>
          <a:off x="2747009" y="2747009"/>
          <a:ext cx="2080259" cy="2080259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Delivers insights through a streamlined, user-friendly dashboard</a:t>
          </a:r>
        </a:p>
      </dsp:txBody>
      <dsp:txXfrm>
        <a:off x="2848559" y="2848559"/>
        <a:ext cx="1877159" cy="187715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DF7AD2-9596-415B-80AF-AD544C3114AB}">
      <dsp:nvSpPr>
        <dsp:cNvPr id="0" name=""/>
        <dsp:cNvSpPr/>
      </dsp:nvSpPr>
      <dsp:spPr>
        <a:xfrm>
          <a:off x="417124" y="732019"/>
          <a:ext cx="1239795" cy="123979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5E8D86-06B0-47E6-9C21-CC32679C65D4}">
      <dsp:nvSpPr>
        <dsp:cNvPr id="0" name=""/>
        <dsp:cNvSpPr/>
      </dsp:nvSpPr>
      <dsp:spPr>
        <a:xfrm>
          <a:off x="681343" y="996238"/>
          <a:ext cx="711357" cy="7113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7EDB03-BD29-4BFC-ABDA-ACF69FFC637C}">
      <dsp:nvSpPr>
        <dsp:cNvPr id="0" name=""/>
        <dsp:cNvSpPr/>
      </dsp:nvSpPr>
      <dsp:spPr>
        <a:xfrm>
          <a:off x="20796" y="2357980"/>
          <a:ext cx="203245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Targets individual investors, students, and small organizations</a:t>
          </a:r>
        </a:p>
      </dsp:txBody>
      <dsp:txXfrm>
        <a:off x="20796" y="2357980"/>
        <a:ext cx="2032451" cy="720000"/>
      </dsp:txXfrm>
    </dsp:sp>
    <dsp:sp modelId="{68699BC3-851E-4ACA-9E20-007E7E68197B}">
      <dsp:nvSpPr>
        <dsp:cNvPr id="0" name=""/>
        <dsp:cNvSpPr/>
      </dsp:nvSpPr>
      <dsp:spPr>
        <a:xfrm>
          <a:off x="2805254" y="732019"/>
          <a:ext cx="1239795" cy="123979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C54154-AAD5-4FD8-AAB6-F97D957F9E6C}">
      <dsp:nvSpPr>
        <dsp:cNvPr id="0" name=""/>
        <dsp:cNvSpPr/>
      </dsp:nvSpPr>
      <dsp:spPr>
        <a:xfrm>
          <a:off x="3069473" y="996238"/>
          <a:ext cx="711357" cy="7113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362A4B-82D0-4D6D-AFBB-6ACDB1B4FB27}">
      <dsp:nvSpPr>
        <dsp:cNvPr id="0" name=""/>
        <dsp:cNvSpPr/>
      </dsp:nvSpPr>
      <dsp:spPr>
        <a:xfrm>
          <a:off x="2408926" y="2357980"/>
          <a:ext cx="203245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Serves as a complementary alternative to Bloomberg and FactSet</a:t>
          </a:r>
        </a:p>
      </dsp:txBody>
      <dsp:txXfrm>
        <a:off x="2408926" y="2357980"/>
        <a:ext cx="2032451" cy="720000"/>
      </dsp:txXfrm>
    </dsp:sp>
    <dsp:sp modelId="{B27E225C-EE6A-4FBB-A7D7-724A9C138340}">
      <dsp:nvSpPr>
        <dsp:cNvPr id="0" name=""/>
        <dsp:cNvSpPr/>
      </dsp:nvSpPr>
      <dsp:spPr>
        <a:xfrm>
          <a:off x="5193384" y="732019"/>
          <a:ext cx="1239795" cy="123979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46CD33-106B-4B23-AC85-15886353FB3E}">
      <dsp:nvSpPr>
        <dsp:cNvPr id="0" name=""/>
        <dsp:cNvSpPr/>
      </dsp:nvSpPr>
      <dsp:spPr>
        <a:xfrm>
          <a:off x="5457603" y="996238"/>
          <a:ext cx="711357" cy="7113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9F59D6-3A01-4496-A538-E92E9BDB88B0}">
      <dsp:nvSpPr>
        <dsp:cNvPr id="0" name=""/>
        <dsp:cNvSpPr/>
      </dsp:nvSpPr>
      <dsp:spPr>
        <a:xfrm>
          <a:off x="4797056" y="2357980"/>
          <a:ext cx="203245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Emphasizes affordability, impartiality, and usability</a:t>
          </a:r>
        </a:p>
      </dsp:txBody>
      <dsp:txXfrm>
        <a:off x="4797056" y="2357980"/>
        <a:ext cx="2032451" cy="720000"/>
      </dsp:txXfrm>
    </dsp:sp>
    <dsp:sp modelId="{5604DEF5-A62E-4D0B-8D5A-9D52963C053E}">
      <dsp:nvSpPr>
        <dsp:cNvPr id="0" name=""/>
        <dsp:cNvSpPr/>
      </dsp:nvSpPr>
      <dsp:spPr>
        <a:xfrm>
          <a:off x="7581514" y="732019"/>
          <a:ext cx="1239795" cy="123979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57CCFF-22E8-481D-9580-6D540B0A266F}">
      <dsp:nvSpPr>
        <dsp:cNvPr id="0" name=""/>
        <dsp:cNvSpPr/>
      </dsp:nvSpPr>
      <dsp:spPr>
        <a:xfrm>
          <a:off x="7845733" y="996238"/>
          <a:ext cx="711357" cy="71135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E534A4-25CF-4224-8740-FF95268494AF}">
      <dsp:nvSpPr>
        <dsp:cNvPr id="0" name=""/>
        <dsp:cNvSpPr/>
      </dsp:nvSpPr>
      <dsp:spPr>
        <a:xfrm>
          <a:off x="7185186" y="2357980"/>
          <a:ext cx="203245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Avoids advisory or instructional positioning to reduce regulatory risk</a:t>
          </a:r>
        </a:p>
      </dsp:txBody>
      <dsp:txXfrm>
        <a:off x="7185186" y="2357980"/>
        <a:ext cx="2032451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7704825-C2D6-8532-CEF0-24B90A7813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9F9189-9EDB-DC17-B63D-C77956E5945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EC3B9-F5D9-4CEF-ACDA-1ADF4659F40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32226E-8E8E-D3F4-F45C-B10B877EB1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0619D5-E67B-896F-2D3E-DDB977DF386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332E30-6AD6-4195-8EF5-E8B58CDEE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7897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0120-CDFC-48DE-A6EA-6DEEDD0E436A}" type="datetimeFigureOut">
              <a:rPr lang="en-US" dirty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7510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FAAF-C467-4C93-8ECD-39AF5A14D498}" type="datetimeFigureOut">
              <a:rPr lang="en-US" dirty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896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E480-B2BA-4553-A144-61E7F75833ED}" type="datetimeFigureOut">
              <a:rPr lang="en-US" dirty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466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682A-6B53-4B08-AE4D-4C5E659103CC}" type="datetimeFigureOut">
              <a:rPr lang="en-US" dirty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64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7915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7" y="2013217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13215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F0F6-BEBB-4894-ABB2-75C5CBE0DDB9}" type="datetimeFigureOut">
              <a:rPr lang="en-US" dirty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70727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4000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166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E9E5F-17D9-4A30-9DA3-64E46A6DF111}" type="datetimeFigureOut">
              <a:rPr lang="en-US" dirty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675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C5F0-3BC3-4718-BCCA-24B5655EC864}" type="datetimeFigureOut">
              <a:rPr lang="en-US" dirty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630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D81-465B-40F2-9A54-9DF3B12AF598}" type="datetimeFigureOut">
              <a:rPr lang="en-US" dirty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013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334001" y="762000"/>
            <a:ext cx="5333999" cy="5334000"/>
          </a:xfrm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3CEF-64EF-4C43-9530-8E9CBFD2CAD1}" type="datetimeFigureOut">
              <a:rPr lang="en-US" dirty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14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566" y="2229957"/>
            <a:ext cx="9238434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5BA7-0A17-4D30-9B66-E29324151C73}" type="datetimeFigureOut">
              <a:rPr lang="en-US" dirty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981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BB1B-D40A-4DB9-B3DE-BAAE675B83CD}" type="datetimeFigureOut">
              <a:rPr lang="en-US" dirty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265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B70A3DFD-A535-46B2-84C1-61DC8B16A904}" type="datetimeFigureOut">
              <a:rPr lang="en-US" dirty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4190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3840">
          <p15:clr>
            <a:srgbClr val="F26B43"/>
          </p15:clr>
        </p15:guide>
        <p15:guide id="3" pos="7200">
          <p15:clr>
            <a:srgbClr val="F26B43"/>
          </p15:clr>
        </p15:guide>
        <p15:guide id="4" pos="6720">
          <p15:clr>
            <a:srgbClr val="F26B43"/>
          </p15:clr>
        </p15:guide>
        <p15:guide id="16" pos="480">
          <p15:clr>
            <a:srgbClr val="F26B43"/>
          </p15:clr>
        </p15:guide>
        <p15:guide id="23" orient="horz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3.xml"/><Relationship Id="rId5" Type="http://schemas.openxmlformats.org/officeDocument/2006/relationships/slide" Target="slide7.xml"/><Relationship Id="rId4" Type="http://schemas.openxmlformats.org/officeDocument/2006/relationships/slide" Target="slide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8D695-4833-69CC-8DB9-9578BC1139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Findex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3694AF-7638-0C74-CB23-C19B5FA4F5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/>
              <a:t>Harminder Singh</a:t>
            </a:r>
          </a:p>
          <a:p>
            <a:pPr algn="l"/>
            <a:r>
              <a:rPr lang="en-US"/>
              <a:t>Harris Waseem</a:t>
            </a:r>
          </a:p>
        </p:txBody>
      </p:sp>
    </p:spTree>
    <p:extLst>
      <p:ext uri="{BB962C8B-B14F-4D97-AF65-F5344CB8AC3E}">
        <p14:creationId xmlns:p14="http://schemas.microsoft.com/office/powerpoint/2010/main" val="2750729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04D35-B20E-ACC7-FAF7-84926AA90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6783" y="934896"/>
            <a:ext cx="9238434" cy="857559"/>
          </a:xfrm>
        </p:spPr>
        <p:txBody>
          <a:bodyPr anchor="b">
            <a:normAutofit/>
          </a:bodyPr>
          <a:lstStyle/>
          <a:p>
            <a:r>
              <a:rPr lang="en-US"/>
              <a:t>Table of Contents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41480D8F-ABC4-702B-A74E-B4242881CB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F63E549E-A632-408C-AF40-DA234AC58C7E}" type="datetime1">
              <a:rPr lang="en-US" smtClean="0"/>
              <a:pPr>
                <a:spcAft>
                  <a:spcPts val="600"/>
                </a:spcAft>
              </a:pPr>
              <a:t>12/15/2025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EFF1883-216E-AC89-63EC-FF4B24259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C265758-5612-00D4-2AF7-6CC4C51A8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1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132459E-4263-AA56-8F20-A7BB0D2AB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453102"/>
              </p:ext>
            </p:extLst>
          </p:nvPr>
        </p:nvGraphicFramePr>
        <p:xfrm>
          <a:off x="1248696" y="1903004"/>
          <a:ext cx="9238434" cy="410745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97859">
                  <a:extLst>
                    <a:ext uri="{9D8B030D-6E8A-4147-A177-3AD203B41FA5}">
                      <a16:colId xmlns:a16="http://schemas.microsoft.com/office/drawing/2014/main" val="4141840909"/>
                    </a:ext>
                  </a:extLst>
                </a:gridCol>
                <a:gridCol w="7940575">
                  <a:extLst>
                    <a:ext uri="{9D8B030D-6E8A-4147-A177-3AD203B41FA5}">
                      <a16:colId xmlns:a16="http://schemas.microsoft.com/office/drawing/2014/main" val="8027108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u="none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i="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What </a:t>
                      </a:r>
                      <a:r>
                        <a:rPr lang="en-US" b="0" i="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is</a:t>
                      </a:r>
                      <a:r>
                        <a:rPr lang="en-US" i="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 FINDEX?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59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u="none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u="none">
                          <a:solidFill>
                            <a:schemeClr val="tx1"/>
                          </a:solidFill>
                          <a:hlinkClick r:id="rId2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The Problem &amp; Opportunity</a:t>
                      </a:r>
                      <a:endParaRPr lang="en-US" u="none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7580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u="none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u="none">
                          <a:solidFill>
                            <a:schemeClr val="tx1"/>
                          </a:solidFill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Our Background</a:t>
                      </a:r>
                      <a:endParaRPr lang="en-US" u="none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8866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u="none">
                          <a:solidFill>
                            <a:schemeClr val="tx1"/>
                          </a:solidFill>
                        </a:rPr>
                        <a:t>04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u="none">
                          <a:solidFill>
                            <a:schemeClr val="tx1"/>
                          </a:solidFill>
                          <a:hlinkClick r:id="rId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What FINDEX Does</a:t>
                      </a:r>
                      <a:endParaRPr lang="en-US" u="none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64154"/>
                  </a:ext>
                </a:extLst>
              </a:tr>
              <a:tr h="399055">
                <a:tc>
                  <a:txBody>
                    <a:bodyPr/>
                    <a:lstStyle/>
                    <a:p>
                      <a:r>
                        <a:rPr lang="en-US" u="none">
                          <a:solidFill>
                            <a:schemeClr val="tx1"/>
                          </a:solidFill>
                        </a:rPr>
                        <a:t>05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u="none">
                          <a:solidFill>
                            <a:schemeClr val="tx1"/>
                          </a:solidFill>
                          <a:hlinkClick r:id="rId5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Market Positioning</a:t>
                      </a:r>
                      <a:endParaRPr lang="en-US" u="none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587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u="none">
                          <a:solidFill>
                            <a:schemeClr val="tx1"/>
                          </a:solidFill>
                        </a:rPr>
                        <a:t>06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cap="all" noProof="0">
                          <a:solidFill>
                            <a:schemeClr val="tx1"/>
                          </a:solidFill>
                          <a:latin typeface="Trade Gothic Next Light"/>
                        </a:rPr>
                        <a:t>STRATEGIC FOCUS &amp; MISSION</a:t>
                      </a:r>
                      <a:endParaRPr lang="en-US" u="none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1374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u="none">
                          <a:solidFill>
                            <a:schemeClr val="tx1"/>
                          </a:solidFill>
                        </a:rPr>
                        <a:t>07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all" noProof="0">
                          <a:solidFill>
                            <a:schemeClr val="tx1"/>
                          </a:solidFill>
                          <a:latin typeface="Trade Gothic Next Light"/>
                        </a:rPr>
                        <a:t>GOALS &amp; COMPETITIVE ADVANTAGE</a:t>
                      </a:r>
                      <a:endParaRPr lang="en-US" sz="1800" b="0" i="0" u="none" strike="noStrike" noProof="0">
                        <a:solidFill>
                          <a:schemeClr val="tx1"/>
                        </a:solidFill>
                        <a:latin typeface="Trade Gothic Next Ligh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6585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u="none">
                          <a:solidFill>
                            <a:schemeClr val="tx1"/>
                          </a:solidFill>
                        </a:rPr>
                        <a:t>08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cap="all" noProof="0">
                          <a:solidFill>
                            <a:schemeClr val="tx1"/>
                          </a:solidFill>
                          <a:latin typeface="Trade Gothic Next Light"/>
                        </a:rPr>
                        <a:t>SWOT ANALYSIS</a:t>
                      </a:r>
                      <a:endParaRPr lang="en-US" u="none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210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u="none">
                          <a:solidFill>
                            <a:schemeClr val="tx1"/>
                          </a:solidFill>
                        </a:rPr>
                        <a:t>09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cap="all" noProof="0">
                          <a:solidFill>
                            <a:schemeClr val="tx1"/>
                          </a:solidFill>
                        </a:rPr>
                        <a:t>TARGET MARKET &amp; POSITIONING</a:t>
                      </a:r>
                      <a:endParaRPr lang="en-US" sz="1800" u="none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0150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u="none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cap="all" noProof="0">
                          <a:solidFill>
                            <a:schemeClr val="tx1"/>
                          </a:solidFill>
                        </a:rPr>
                        <a:t>PRODUCT &amp; PRICING</a:t>
                      </a:r>
                      <a:endParaRPr lang="en-US" sz="1800" u="none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6590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u="none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u="none">
                          <a:solidFill>
                            <a:schemeClr val="tx1"/>
                          </a:solidFill>
                          <a:hlinkClick r:id="rId6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Conclusion</a:t>
                      </a:r>
                      <a:endParaRPr lang="en-US" u="none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87277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3979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8A1F0-0C14-1ABC-0FF1-A5077CAA9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138" y="2195071"/>
            <a:ext cx="3279689" cy="1864196"/>
          </a:xfrm>
        </p:spPr>
        <p:txBody>
          <a:bodyPr anchor="b">
            <a:normAutofit/>
          </a:bodyPr>
          <a:lstStyle/>
          <a:p>
            <a:r>
              <a:rPr lang="en-US"/>
              <a:t>FINDEX: Financial Index Engine</a:t>
            </a:r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4C08AEC4-C987-9E21-F8C6-EC8AFA54F7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27EFD94-877F-41A3-A18C-85267087B3E3}" type="datetime1">
              <a:rPr lang="en-US"/>
              <a:pPr>
                <a:spcAft>
                  <a:spcPts val="600"/>
                </a:spcAft>
              </a:pPr>
              <a:t>12/15/2025</a:t>
            </a:fld>
            <a:endParaRPr lang="en-US"/>
          </a:p>
        </p:txBody>
      </p:sp>
      <p:sp>
        <p:nvSpPr>
          <p:cNvPr id="13" name="Footer Placeholder 5">
            <a:extLst>
              <a:ext uri="{FF2B5EF4-FFF2-40B4-BE49-F238E27FC236}">
                <a16:creationId xmlns:a16="http://schemas.microsoft.com/office/drawing/2014/main" id="{8010614F-F131-D1D1-002D-4E6D6B932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7CA13114-C8E5-3444-E053-67FB394B9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/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8C8DAB5D-F2F2-A68E-453F-246C838760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9613625"/>
              </p:ext>
            </p:extLst>
          </p:nvPr>
        </p:nvGraphicFramePr>
        <p:xfrm>
          <a:off x="5334000" y="762000"/>
          <a:ext cx="5333999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08540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F32E2-B709-0D0E-3DFC-061511BF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 anchor="b">
            <a:normAutofit/>
          </a:bodyPr>
          <a:lstStyle/>
          <a:p>
            <a:r>
              <a:rPr lang="en-US"/>
              <a:t>The Problem FINDEX Addresses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909FC-A0E2-FEF6-3316-5208B7AE7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>
            <a:normAutofit/>
          </a:bodyPr>
          <a:lstStyle/>
          <a:p>
            <a:r>
              <a:rPr lang="en-US"/>
              <a:t>Financial information is fragmented, unstructured, and time-consuming to process</a:t>
            </a:r>
          </a:p>
          <a:p>
            <a:r>
              <a:rPr lang="en-US"/>
              <a:t>Institutional tools are powerful but prohibitively expensive</a:t>
            </a:r>
          </a:p>
          <a:p>
            <a:r>
              <a:rPr lang="en-US"/>
              <a:t>Free platforms lack depth, reliability, and prioritization</a:t>
            </a:r>
          </a:p>
          <a:p>
            <a:r>
              <a:rPr lang="en-US"/>
              <a:t>Growing demand for data-driven decision tools among non-institutional users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9714F7-6957-DC6E-A78C-5E82FC080E13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35" b="20435"/>
          <a:stretch/>
        </p:blipFill>
        <p:spPr>
          <a:xfrm>
            <a:off x="6266634" y="2135565"/>
            <a:ext cx="4495800" cy="3960435"/>
          </a:xfrm>
          <a:prstGeom prst="rect">
            <a:avLst/>
          </a:prstGeom>
          <a:noFill/>
        </p:spPr>
      </p:pic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BF695AB3-BAD0-1473-3D76-073401CB5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E9DE0AE-4CFC-4703-8E94-B6EBF4041853}" type="datetime1">
              <a:rPr lang="en-US"/>
              <a:pPr>
                <a:spcAft>
                  <a:spcPts val="600"/>
                </a:spcAft>
              </a:pPr>
              <a:t>12/15/2025</a:t>
            </a:fld>
            <a:endParaRPr lang="en-US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0949877F-2429-E3FF-6F69-934F7C4A5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B5708E24-3370-9019-F6DD-E2AC64D15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/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849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3D4D8-516F-ED54-0A16-FE83CF532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en-US"/>
              <a:t>Company Overview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D9148182-FCD9-ECDC-6A87-6094002238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F5E8778-AF5B-4A31-AE33-38E6982EE6B7}" type="datetime1">
              <a:rPr lang="en-US"/>
              <a:pPr>
                <a:spcAft>
                  <a:spcPts val="600"/>
                </a:spcAft>
              </a:pPr>
              <a:t>12/15/2025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7CA804D-B8D9-B5B6-3B85-50DF44974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7497F5F-93F7-7972-33DB-4DDD938C9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F63B4C-AF1C-B9A2-8EA7-FFFE263844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8448233"/>
              </p:ext>
            </p:extLst>
          </p:nvPr>
        </p:nvGraphicFramePr>
        <p:xfrm>
          <a:off x="1429566" y="2286000"/>
          <a:ext cx="9238434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12904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33C36-F95C-1D94-657D-617DF6DC9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402" y="2858377"/>
            <a:ext cx="3279689" cy="1141245"/>
          </a:xfrm>
        </p:spPr>
        <p:txBody>
          <a:bodyPr anchor="b">
            <a:normAutofit/>
          </a:bodyPr>
          <a:lstStyle/>
          <a:p>
            <a:r>
              <a:rPr lang="en-US"/>
              <a:t>Platform Capabilities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1E0B42C4-31FC-9594-605A-EDA1D24345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1A45B946-3E71-4204-B5C6-A27A8458AF65}" type="datetime1">
              <a:rPr lang="en-US"/>
              <a:pPr>
                <a:spcAft>
                  <a:spcPts val="600"/>
                </a:spcAft>
              </a:pPr>
              <a:t>12/15/2025</a:t>
            </a:fld>
            <a:endParaRPr lang="en-US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67B9EA88-3134-C5CA-5BD2-F7A7658FD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1070ED30-CD85-E46E-7617-2D7A461DE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/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32954CCE-2FF4-7AB7-F531-CD44719F84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7463"/>
              </p:ext>
            </p:extLst>
          </p:nvPr>
        </p:nvGraphicFramePr>
        <p:xfrm>
          <a:off x="5334000" y="762000"/>
          <a:ext cx="5333999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90591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C5265-A6E2-6423-1328-AB53EE0F2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en-US"/>
              <a:t>Where FINDEX Fits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52E89FEE-867A-4E0F-07D8-9B6C7E0E95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A939976-4022-43DD-80B2-B00EBC87D887}" type="datetime1">
              <a:rPr lang="en-US" smtClean="0"/>
              <a:pPr>
                <a:spcAft>
                  <a:spcPts val="600"/>
                </a:spcAft>
              </a:pPr>
              <a:t>12/15/2025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26E2260B-0522-9661-E272-3C4A3EC11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FFACF34-F5BE-B50C-3484-2BDFB7846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79C4E2D-5E2D-1688-6C10-2A2DBB659A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5394863"/>
              </p:ext>
            </p:extLst>
          </p:nvPr>
        </p:nvGraphicFramePr>
        <p:xfrm>
          <a:off x="1429566" y="2286000"/>
          <a:ext cx="9238434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92429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04D13-554D-DCDA-B512-8CD6EB69F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ea typeface="+mj-lt"/>
                <a:cs typeface="+mj-lt"/>
              </a:rPr>
              <a:t>Strategic Focus &amp; Mission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6B485-C974-F206-8797-25E1D9514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Democratize financial information</a:t>
            </a:r>
          </a:p>
          <a:p>
            <a:r>
              <a:rPr lang="en-US">
                <a:ea typeface="+mn-lt"/>
                <a:cs typeface="+mn-lt"/>
              </a:rPr>
              <a:t>Affordable, accurate, actionable insights</a:t>
            </a:r>
          </a:p>
          <a:p>
            <a:r>
              <a:rPr lang="en-US">
                <a:ea typeface="+mn-lt"/>
                <a:cs typeface="+mn-lt"/>
              </a:rPr>
              <a:t>SaaS platform (B2C + B2B)</a:t>
            </a:r>
            <a:endParaRPr lang="en-US"/>
          </a:p>
          <a:p>
            <a:endParaRPr lang="en-US"/>
          </a:p>
        </p:txBody>
      </p:sp>
      <p:pic>
        <p:nvPicPr>
          <p:cNvPr id="4" name="Picture 3" descr="https://cdn-icons-png.flaticon.com/512/4188/4188188.png?utm_source=chatgpt.com">
            <a:extLst>
              <a:ext uri="{FF2B5EF4-FFF2-40B4-BE49-F238E27FC236}">
                <a16:creationId xmlns:a16="http://schemas.microsoft.com/office/drawing/2014/main" id="{27CFAE4D-5E7F-53AA-552F-657C16ABD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890" y="1218488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47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42AD0-04E2-1026-5820-CB652D77B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ea typeface="+mj-lt"/>
                <a:cs typeface="+mj-lt"/>
              </a:rPr>
              <a:t>Goals &amp; Competitive Advantage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EB2A1-9B72-C3B9-326C-DD8719449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1,500 users (18 months)</a:t>
            </a:r>
          </a:p>
          <a:p>
            <a:r>
              <a:rPr lang="en-US">
                <a:ea typeface="+mn-lt"/>
                <a:cs typeface="+mn-lt"/>
              </a:rPr>
              <a:t>Enterprise launch by Year 2</a:t>
            </a:r>
          </a:p>
          <a:p>
            <a:r>
              <a:rPr lang="en-US">
                <a:ea typeface="+mn-lt"/>
                <a:cs typeface="+mn-lt"/>
              </a:rPr>
              <a:t>Profitability by Year 3</a:t>
            </a:r>
          </a:p>
          <a:p>
            <a:r>
              <a:rPr lang="en-US">
                <a:ea typeface="+mn-lt"/>
                <a:cs typeface="+mn-lt"/>
              </a:rPr>
              <a:t>AI tokenization &amp; ranking</a:t>
            </a:r>
          </a:p>
          <a:p>
            <a:endParaRPr lang="en-US"/>
          </a:p>
        </p:txBody>
      </p:sp>
      <p:pic>
        <p:nvPicPr>
          <p:cNvPr id="4" name="Picture 3" descr="https://cdn3.iconfinder.com/data/icons/arrows-305/32/growth_graphic_arrow_diagram_graph_statistics_chart_benefit_bars-512.png?utm_source=chatgpt.com">
            <a:extLst>
              <a:ext uri="{FF2B5EF4-FFF2-40B4-BE49-F238E27FC236}">
                <a16:creationId xmlns:a16="http://schemas.microsoft.com/office/drawing/2014/main" id="{CB63AC87-0B6F-C95F-13CE-5DD199216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6544" y="2184291"/>
            <a:ext cx="4117520" cy="410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825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E8A63-2723-5130-8DF9-F2E7CDECA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ea typeface="+mj-lt"/>
                <a:cs typeface="+mj-lt"/>
              </a:rPr>
              <a:t>SWOT Analysis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F0949-4E54-29C3-7C34-F8FD6C02D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Strengths:</a:t>
            </a:r>
            <a:r>
              <a:rPr lang="en-US">
                <a:ea typeface="+mn-lt"/>
                <a:cs typeface="+mn-lt"/>
              </a:rPr>
              <a:t> Affordable, simple UI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Weaknesses:</a:t>
            </a:r>
            <a:r>
              <a:rPr lang="en-US">
                <a:ea typeface="+mn-lt"/>
                <a:cs typeface="+mn-lt"/>
              </a:rPr>
              <a:t> New brand, limited funding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Opportunities:</a:t>
            </a:r>
            <a:r>
              <a:rPr lang="en-US">
                <a:ea typeface="+mn-lt"/>
                <a:cs typeface="+mn-lt"/>
              </a:rPr>
              <a:t> Students, small firms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Threats:</a:t>
            </a:r>
            <a:r>
              <a:rPr lang="en-US">
                <a:ea typeface="+mn-lt"/>
                <a:cs typeface="+mn-lt"/>
              </a:rPr>
              <a:t> Bloomberg, FactSet</a:t>
            </a:r>
            <a:endParaRPr lang="en-US"/>
          </a:p>
          <a:p>
            <a:endParaRPr lang="en-US"/>
          </a:p>
        </p:txBody>
      </p:sp>
      <p:pic>
        <p:nvPicPr>
          <p:cNvPr id="6" name="Picture 5" descr="Analytics, dashboard, graphs and charts, statistical report, user admin ...">
            <a:extLst>
              <a:ext uri="{FF2B5EF4-FFF2-40B4-BE49-F238E27FC236}">
                <a16:creationId xmlns:a16="http://schemas.microsoft.com/office/drawing/2014/main" id="{33743389-13CE-78C5-AC5E-2F35066F7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76200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731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E2887-CD10-C43A-9744-94263AB04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ea typeface="+mj-lt"/>
                <a:cs typeface="+mj-lt"/>
              </a:rPr>
              <a:t>Target Market &amp; Positioning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CF017-3CE5-FF73-4B15-01044E87B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Finance students</a:t>
            </a:r>
          </a:p>
          <a:p>
            <a:r>
              <a:rPr lang="en-US">
                <a:ea typeface="+mn-lt"/>
                <a:cs typeface="+mn-lt"/>
              </a:rPr>
              <a:t>Individual investors</a:t>
            </a:r>
          </a:p>
          <a:p>
            <a:r>
              <a:rPr lang="en-US">
                <a:ea typeface="+mn-lt"/>
                <a:cs typeface="+mn-lt"/>
              </a:rPr>
              <a:t>Small firms &amp; universities</a:t>
            </a:r>
          </a:p>
          <a:p>
            <a:r>
              <a:rPr lang="en-US">
                <a:ea typeface="+mn-lt"/>
                <a:cs typeface="+mn-lt"/>
              </a:rPr>
              <a:t>“Affordable Bloomberg alternative”</a:t>
            </a:r>
          </a:p>
          <a:p>
            <a:endParaRPr lang="en-US"/>
          </a:p>
        </p:txBody>
      </p:sp>
      <p:pic>
        <p:nvPicPr>
          <p:cNvPr id="4" name="Picture 3" descr="https://cdn-icons-png.flaticon.com/512/17773/17773307.png?utm_source=chatgpt.com">
            <a:extLst>
              <a:ext uri="{FF2B5EF4-FFF2-40B4-BE49-F238E27FC236}">
                <a16:creationId xmlns:a16="http://schemas.microsoft.com/office/drawing/2014/main" id="{D7510661-3CAE-121F-229B-4D9934A4F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7341" y="1901751"/>
            <a:ext cx="4514850" cy="410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812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4A607-CE00-B83C-69DA-D6FB078C8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ea typeface="+mj-lt"/>
                <a:cs typeface="+mj-lt"/>
              </a:rPr>
              <a:t>Product &amp; Pricing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F433D-C5D1-E7BF-8A21-2EB911B21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Free – limited access</a:t>
            </a:r>
          </a:p>
          <a:p>
            <a:r>
              <a:rPr lang="en-US">
                <a:ea typeface="+mn-lt"/>
                <a:cs typeface="+mn-lt"/>
              </a:rPr>
              <a:t>Pro – $20/month</a:t>
            </a:r>
          </a:p>
          <a:p>
            <a:r>
              <a:rPr lang="en-US">
                <a:ea typeface="+mn-lt"/>
                <a:cs typeface="+mn-lt"/>
              </a:rPr>
              <a:t>Enterprise – $75/month</a:t>
            </a:r>
          </a:p>
          <a:p>
            <a:r>
              <a:rPr lang="en-US">
                <a:ea typeface="+mn-lt"/>
                <a:cs typeface="+mn-lt"/>
              </a:rPr>
              <a:t>Custom dashboards &amp; alerts</a:t>
            </a:r>
          </a:p>
          <a:p>
            <a:endParaRPr lang="en-US"/>
          </a:p>
        </p:txBody>
      </p:sp>
      <p:pic>
        <p:nvPicPr>
          <p:cNvPr id="4" name="Picture 3" descr="https://cdn-icons-png.flaticon.com/512/5966/5966028.png?utm_source=chatgpt.com">
            <a:extLst>
              <a:ext uri="{FF2B5EF4-FFF2-40B4-BE49-F238E27FC236}">
                <a16:creationId xmlns:a16="http://schemas.microsoft.com/office/drawing/2014/main" id="{F38F049A-12EB-1CA2-F963-0C8F2291D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0422" y="99060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24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45CDC-4D49-F96C-9BFE-87927A094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575E1-8C5C-F4A0-52F9-60DCD4586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 anchor="b">
            <a:normAutofit/>
          </a:bodyPr>
          <a:lstStyle/>
          <a:p>
            <a:r>
              <a:rPr lang="en-US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25A06-651F-EA0E-E3F6-DED10B3C2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>
            <a:normAutofit/>
          </a:bodyPr>
          <a:lstStyle/>
          <a:p>
            <a:r>
              <a:rPr lang="en-US"/>
              <a:t>FINDEX addresses a growing demand for accessible financial analytics</a:t>
            </a:r>
          </a:p>
          <a:p>
            <a:r>
              <a:rPr lang="en-US"/>
              <a:t>Balances professional-grade insight with consumer-friendly pricing</a:t>
            </a:r>
          </a:p>
          <a:p>
            <a:r>
              <a:rPr lang="en-US"/>
              <a:t>Positioned to scale from individual users to enterprise clients</a:t>
            </a:r>
          </a:p>
          <a:p>
            <a:r>
              <a:rPr lang="en-US"/>
              <a:t>Represents a practical, realistic entry into a rapidly growing analytics market</a:t>
            </a:r>
          </a:p>
        </p:txBody>
      </p:sp>
      <p:pic>
        <p:nvPicPr>
          <p:cNvPr id="23" name="Content Placeholder 22" descr="A black background with white text">
            <a:extLst>
              <a:ext uri="{FF2B5EF4-FFF2-40B4-BE49-F238E27FC236}">
                <a16:creationId xmlns:a16="http://schemas.microsoft.com/office/drawing/2014/main" id="{922C94A1-A649-5310-F7B4-E3B2C04FBC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7626" y="673684"/>
            <a:ext cx="3850758" cy="5736844"/>
          </a:xfrm>
        </p:spPr>
      </p:pic>
      <p:sp>
        <p:nvSpPr>
          <p:cNvPr id="19" name="Date Placeholder 4">
            <a:extLst>
              <a:ext uri="{FF2B5EF4-FFF2-40B4-BE49-F238E27FC236}">
                <a16:creationId xmlns:a16="http://schemas.microsoft.com/office/drawing/2014/main" id="{0BDF24DD-5EF4-706E-1C9B-84978308C2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B0E19F2-50C5-4A39-B8FB-AB7FEC692143}" type="datetime1">
              <a:rPr lang="en-US"/>
              <a:pPr>
                <a:spcAft>
                  <a:spcPts val="600"/>
                </a:spcAft>
              </a:pPr>
              <a:t>12/15/2025</a:t>
            </a:fld>
            <a:endParaRPr lang="en-US"/>
          </a:p>
        </p:txBody>
      </p:sp>
      <p:sp>
        <p:nvSpPr>
          <p:cNvPr id="20" name="Footer Placeholder 5">
            <a:extLst>
              <a:ext uri="{FF2B5EF4-FFF2-40B4-BE49-F238E27FC236}">
                <a16:creationId xmlns:a16="http://schemas.microsoft.com/office/drawing/2014/main" id="{117BC6B5-70B3-B3CD-2E6D-7C38321F0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21" name="Slide Number Placeholder 6">
            <a:extLst>
              <a:ext uri="{FF2B5EF4-FFF2-40B4-BE49-F238E27FC236}">
                <a16:creationId xmlns:a16="http://schemas.microsoft.com/office/drawing/2014/main" id="{D6A15D3D-84E0-13C9-F832-C6C726F2A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/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498663"/>
      </p:ext>
    </p:extLst>
  </p:cSld>
  <p:clrMapOvr>
    <a:masterClrMapping/>
  </p:clrMapOvr>
</p:sld>
</file>

<file path=ppt/theme/theme1.xml><?xml version="1.0" encoding="utf-8"?>
<a:theme xmlns:a="http://schemas.openxmlformats.org/drawingml/2006/main" name="PortalVTI">
  <a:themeElements>
    <a:clrScheme name="PortalVTI">
      <a:dk1>
        <a:sysClr val="windowText" lastClr="000000"/>
      </a:dk1>
      <a:lt1>
        <a:sysClr val="window" lastClr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PortalVTI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Portal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E3A4BB4D-5227-4A6D-99D3-DBAB0FE4C68F}" vid="{BE515EFD-5A7A-4BFE-BE06-A21DB8499C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PortalVTI</vt:lpstr>
      <vt:lpstr>Findex</vt:lpstr>
      <vt:lpstr>Table of Contents</vt:lpstr>
      <vt:lpstr>FINDEX: Financial Index Engine</vt:lpstr>
      <vt:lpstr>The Problem FINDEX Addresses</vt:lpstr>
      <vt:lpstr>Company Overview</vt:lpstr>
      <vt:lpstr>Platform Capabilities</vt:lpstr>
      <vt:lpstr>Where FINDEX Fits</vt:lpstr>
      <vt:lpstr>Strategic Focus &amp; Mission</vt:lpstr>
      <vt:lpstr>Goals &amp; Competitive Advantage</vt:lpstr>
      <vt:lpstr>SWOT Analysis</vt:lpstr>
      <vt:lpstr>Target Market &amp; Positioning</vt:lpstr>
      <vt:lpstr>Product &amp; Pricing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Harris Waseem</dc:creator>
  <cp:revision>1</cp:revision>
  <dcterms:created xsi:type="dcterms:W3CDTF">2025-12-15T00:20:50Z</dcterms:created>
  <dcterms:modified xsi:type="dcterms:W3CDTF">2025-12-16T05:15:13Z</dcterms:modified>
</cp:coreProperties>
</file>